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A6AD96-4C3B-4A25-8728-FC67DEF53717}" type="doc">
      <dgm:prSet loTypeId="urn:microsoft.com/office/officeart/2009/3/layout/BlockDescending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4D6093E-1097-41E0-BA6D-157B1B931077}">
      <dgm:prSet phldrT="[Text]"/>
      <dgm:spPr/>
      <dgm:t>
        <a:bodyPr/>
        <a:lstStyle/>
        <a:p>
          <a:pPr algn="r" rtl="1"/>
          <a:r>
            <a:rPr lang="ar-BH" dirty="0">
              <a:solidFill>
                <a:srgbClr val="FFC000"/>
              </a:solidFill>
            </a:rPr>
            <a:t>الانتخاب</a:t>
          </a:r>
          <a:endParaRPr lang="en-US" dirty="0">
            <a:solidFill>
              <a:srgbClr val="FFC000"/>
            </a:solidFill>
          </a:endParaRPr>
        </a:p>
      </dgm:t>
    </dgm:pt>
    <dgm:pt modelId="{715D7AD2-EB97-48B8-AE0D-C9A83F88DD10}" type="parTrans" cxnId="{CFB04678-54F8-41FE-80BD-CDEC552B47E4}">
      <dgm:prSet/>
      <dgm:spPr/>
      <dgm:t>
        <a:bodyPr/>
        <a:lstStyle/>
        <a:p>
          <a:pPr algn="r" rtl="1"/>
          <a:endParaRPr lang="en-US"/>
        </a:p>
      </dgm:t>
    </dgm:pt>
    <dgm:pt modelId="{8641BC10-6DF5-438F-B115-1CC3483A93A6}" type="sibTrans" cxnId="{CFB04678-54F8-41FE-80BD-CDEC552B47E4}">
      <dgm:prSet/>
      <dgm:spPr/>
      <dgm:t>
        <a:bodyPr/>
        <a:lstStyle/>
        <a:p>
          <a:pPr algn="r" rtl="1"/>
          <a:endParaRPr lang="en-US"/>
        </a:p>
      </dgm:t>
    </dgm:pt>
    <dgm:pt modelId="{60BF94D5-B242-43CE-872C-2A3330BD3C11}">
      <dgm:prSet phldrT="[Text]"/>
      <dgm:spPr/>
      <dgm:t>
        <a:bodyPr/>
        <a:lstStyle/>
        <a:p>
          <a:pPr algn="r" rtl="1"/>
          <a:r>
            <a:rPr lang="ar-BH" dirty="0"/>
            <a:t>إجراء دستوري يعبر عن السيادة الشعبية</a:t>
          </a:r>
          <a:endParaRPr lang="en-US" dirty="0"/>
        </a:p>
      </dgm:t>
    </dgm:pt>
    <dgm:pt modelId="{564ABA12-15B3-49E4-9E42-82997942895D}" type="parTrans" cxnId="{ED2E995F-1970-4312-81DF-BA762474A0A5}">
      <dgm:prSet/>
      <dgm:spPr/>
      <dgm:t>
        <a:bodyPr/>
        <a:lstStyle/>
        <a:p>
          <a:pPr algn="r" rtl="1"/>
          <a:endParaRPr lang="en-US"/>
        </a:p>
      </dgm:t>
    </dgm:pt>
    <dgm:pt modelId="{99B95533-A38F-4396-886A-3D81F3A1CED1}" type="sibTrans" cxnId="{ED2E995F-1970-4312-81DF-BA762474A0A5}">
      <dgm:prSet/>
      <dgm:spPr/>
      <dgm:t>
        <a:bodyPr/>
        <a:lstStyle/>
        <a:p>
          <a:pPr algn="r" rtl="1"/>
          <a:endParaRPr lang="en-US"/>
        </a:p>
      </dgm:t>
    </dgm:pt>
    <dgm:pt modelId="{2183D3B7-4E10-4D47-98A2-D740CEE6F77F}">
      <dgm:prSet phldrT="[Text]"/>
      <dgm:spPr/>
      <dgm:t>
        <a:bodyPr/>
        <a:lstStyle/>
        <a:p>
          <a:pPr algn="r" rtl="1"/>
          <a:r>
            <a:rPr lang="ar-BH" dirty="0">
              <a:solidFill>
                <a:srgbClr val="FFFF00"/>
              </a:solidFill>
            </a:rPr>
            <a:t>الترشح</a:t>
          </a:r>
          <a:endParaRPr lang="en-US" dirty="0">
            <a:solidFill>
              <a:srgbClr val="FFFF00"/>
            </a:solidFill>
          </a:endParaRPr>
        </a:p>
      </dgm:t>
    </dgm:pt>
    <dgm:pt modelId="{EEA71DCD-EFDB-4CCB-89E9-8E3699967661}" type="parTrans" cxnId="{4DC78742-9CB3-40A4-B694-C3FAC9562EFA}">
      <dgm:prSet/>
      <dgm:spPr/>
      <dgm:t>
        <a:bodyPr/>
        <a:lstStyle/>
        <a:p>
          <a:pPr algn="r" rtl="1"/>
          <a:endParaRPr lang="en-US"/>
        </a:p>
      </dgm:t>
    </dgm:pt>
    <dgm:pt modelId="{0CC938FC-7C9B-4A0D-A2E7-75811075B00F}" type="sibTrans" cxnId="{4DC78742-9CB3-40A4-B694-C3FAC9562EFA}">
      <dgm:prSet/>
      <dgm:spPr/>
      <dgm:t>
        <a:bodyPr/>
        <a:lstStyle/>
        <a:p>
          <a:pPr algn="r" rtl="1"/>
          <a:endParaRPr lang="en-US"/>
        </a:p>
      </dgm:t>
    </dgm:pt>
    <dgm:pt modelId="{A7BFB564-C447-43BA-BFAB-009D6F70B7C2}">
      <dgm:prSet phldrT="[Text]"/>
      <dgm:spPr/>
      <dgm:t>
        <a:bodyPr/>
        <a:lstStyle/>
        <a:p>
          <a:pPr algn="r" rtl="1"/>
          <a:r>
            <a:rPr lang="ar-BH" dirty="0"/>
            <a:t>شكل من أشكال الممارسة السياسية </a:t>
          </a:r>
          <a:endParaRPr lang="en-US" dirty="0"/>
        </a:p>
      </dgm:t>
    </dgm:pt>
    <dgm:pt modelId="{4F4B5B6D-0AE3-4E54-9352-11030325F94B}" type="parTrans" cxnId="{00584158-6BA9-4E71-86E7-FAD6B09F28CE}">
      <dgm:prSet/>
      <dgm:spPr/>
      <dgm:t>
        <a:bodyPr/>
        <a:lstStyle/>
        <a:p>
          <a:pPr algn="r" rtl="1"/>
          <a:endParaRPr lang="en-US"/>
        </a:p>
      </dgm:t>
    </dgm:pt>
    <dgm:pt modelId="{99891FA5-4385-4B63-A9B2-104611FAC8B9}" type="sibTrans" cxnId="{00584158-6BA9-4E71-86E7-FAD6B09F28CE}">
      <dgm:prSet/>
      <dgm:spPr/>
      <dgm:t>
        <a:bodyPr/>
        <a:lstStyle/>
        <a:p>
          <a:pPr algn="r" rtl="1"/>
          <a:endParaRPr lang="en-US"/>
        </a:p>
      </dgm:t>
    </dgm:pt>
    <dgm:pt modelId="{DA86BC69-5297-4087-9A6F-B20F61CF9B8F}">
      <dgm:prSet phldrT="[Text]"/>
      <dgm:spPr/>
      <dgm:t>
        <a:bodyPr/>
        <a:lstStyle/>
        <a:p>
          <a:pPr algn="r" rtl="1"/>
          <a:r>
            <a:rPr lang="ar-BH" dirty="0"/>
            <a:t>يتمثل في تقلد المناصب والمسؤوليات وفق القانون  </a:t>
          </a:r>
          <a:endParaRPr lang="en-US" dirty="0"/>
        </a:p>
      </dgm:t>
    </dgm:pt>
    <dgm:pt modelId="{698DC89E-0547-4803-8F8D-027CDD385103}" type="parTrans" cxnId="{31300B4E-4568-42ED-A886-CF063468B5EE}">
      <dgm:prSet/>
      <dgm:spPr/>
      <dgm:t>
        <a:bodyPr/>
        <a:lstStyle/>
        <a:p>
          <a:pPr algn="r" rtl="1"/>
          <a:endParaRPr lang="en-US"/>
        </a:p>
      </dgm:t>
    </dgm:pt>
    <dgm:pt modelId="{7B7D8012-121A-4CE4-A396-ADE14CBBFD36}" type="sibTrans" cxnId="{31300B4E-4568-42ED-A886-CF063468B5EE}">
      <dgm:prSet/>
      <dgm:spPr/>
      <dgm:t>
        <a:bodyPr/>
        <a:lstStyle/>
        <a:p>
          <a:pPr algn="r" rtl="1"/>
          <a:endParaRPr lang="en-US"/>
        </a:p>
      </dgm:t>
    </dgm:pt>
    <dgm:pt modelId="{EAD6D0DF-7266-4349-879D-7101CDA59303}">
      <dgm:prSet phldrT="[Text]"/>
      <dgm:spPr/>
      <dgm:t>
        <a:bodyPr/>
        <a:lstStyle/>
        <a:p>
          <a:pPr algn="r" rtl="1"/>
          <a:r>
            <a:rPr lang="ar-BH" dirty="0">
              <a:solidFill>
                <a:srgbClr val="FF0000"/>
              </a:solidFill>
            </a:rPr>
            <a:t>الاهتمام بالشأن العام</a:t>
          </a:r>
          <a:endParaRPr lang="en-US" dirty="0">
            <a:solidFill>
              <a:srgbClr val="FF0000"/>
            </a:solidFill>
          </a:endParaRPr>
        </a:p>
      </dgm:t>
    </dgm:pt>
    <dgm:pt modelId="{8B4FD24E-CF14-4F07-80A0-64EFD8C836C2}" type="parTrans" cxnId="{43F6E2FB-CC7E-4304-84ED-D55ACCD56640}">
      <dgm:prSet/>
      <dgm:spPr/>
      <dgm:t>
        <a:bodyPr/>
        <a:lstStyle/>
        <a:p>
          <a:pPr algn="r" rtl="1"/>
          <a:endParaRPr lang="en-US"/>
        </a:p>
      </dgm:t>
    </dgm:pt>
    <dgm:pt modelId="{8D68782E-F719-42E8-91A3-40825E6A5D28}" type="sibTrans" cxnId="{43F6E2FB-CC7E-4304-84ED-D55ACCD56640}">
      <dgm:prSet/>
      <dgm:spPr/>
      <dgm:t>
        <a:bodyPr/>
        <a:lstStyle/>
        <a:p>
          <a:pPr algn="r" rtl="1"/>
          <a:endParaRPr lang="en-US"/>
        </a:p>
      </dgm:t>
    </dgm:pt>
    <dgm:pt modelId="{BBD5F2ED-9BCA-4202-BB66-9E23C81D13B6}">
      <dgm:prSet phldrT="[Text]"/>
      <dgm:spPr/>
      <dgm:t>
        <a:bodyPr/>
        <a:lstStyle/>
        <a:p>
          <a:pPr algn="r" rtl="1"/>
          <a:r>
            <a:rPr lang="ar-BH" dirty="0"/>
            <a:t>المشاركة الإيجابية في الجمعيات السياسية والمدنية ...</a:t>
          </a:r>
          <a:endParaRPr lang="en-US" dirty="0"/>
        </a:p>
      </dgm:t>
    </dgm:pt>
    <dgm:pt modelId="{311ED380-8D09-438C-9252-3CEF14F73C7B}" type="parTrans" cxnId="{CC44F129-214B-42DE-82F2-E63363C58C5F}">
      <dgm:prSet/>
      <dgm:spPr/>
      <dgm:t>
        <a:bodyPr/>
        <a:lstStyle/>
        <a:p>
          <a:pPr algn="r" rtl="1"/>
          <a:endParaRPr lang="en-US"/>
        </a:p>
      </dgm:t>
    </dgm:pt>
    <dgm:pt modelId="{93782BD5-E78A-4B44-960E-80A706017467}" type="sibTrans" cxnId="{CC44F129-214B-42DE-82F2-E63363C58C5F}">
      <dgm:prSet/>
      <dgm:spPr/>
      <dgm:t>
        <a:bodyPr/>
        <a:lstStyle/>
        <a:p>
          <a:pPr algn="r" rtl="1"/>
          <a:endParaRPr lang="en-US"/>
        </a:p>
      </dgm:t>
    </dgm:pt>
    <dgm:pt modelId="{6C9286FA-7D54-4160-8199-4FDD6663AE8D}">
      <dgm:prSet phldrT="[Text]"/>
      <dgm:spPr/>
      <dgm:t>
        <a:bodyPr/>
        <a:lstStyle/>
        <a:p>
          <a:pPr algn="r" rtl="1"/>
          <a:r>
            <a:rPr lang="ar-BH" dirty="0"/>
            <a:t>التعبير عن الرأي بالوسائل الديمقراطية والسلمية</a:t>
          </a:r>
          <a:endParaRPr lang="en-US" dirty="0"/>
        </a:p>
      </dgm:t>
    </dgm:pt>
    <dgm:pt modelId="{496AA5C3-288F-4A36-B2C6-89BD597DBF08}" type="parTrans" cxnId="{4DD7E540-39E6-4FB3-9C08-15E8FBD4542C}">
      <dgm:prSet/>
      <dgm:spPr/>
      <dgm:t>
        <a:bodyPr/>
        <a:lstStyle/>
        <a:p>
          <a:pPr algn="r" rtl="1"/>
          <a:endParaRPr lang="en-US"/>
        </a:p>
      </dgm:t>
    </dgm:pt>
    <dgm:pt modelId="{A21B106D-7EE7-4377-9446-093D889C9241}" type="sibTrans" cxnId="{4DD7E540-39E6-4FB3-9C08-15E8FBD4542C}">
      <dgm:prSet/>
      <dgm:spPr/>
      <dgm:t>
        <a:bodyPr/>
        <a:lstStyle/>
        <a:p>
          <a:pPr algn="r" rtl="1"/>
          <a:endParaRPr lang="en-US"/>
        </a:p>
      </dgm:t>
    </dgm:pt>
    <dgm:pt modelId="{E14ECC66-08A3-448B-AECF-A5CFAD3039B9}">
      <dgm:prSet phldrT="[Text]"/>
      <dgm:spPr/>
      <dgm:t>
        <a:bodyPr/>
        <a:lstStyle/>
        <a:p>
          <a:pPr algn="r" rtl="1"/>
          <a:r>
            <a:rPr lang="ar-BH" dirty="0"/>
            <a:t>يعبر عن السيادة الشعبية</a:t>
          </a:r>
          <a:endParaRPr lang="en-US" dirty="0"/>
        </a:p>
      </dgm:t>
    </dgm:pt>
    <dgm:pt modelId="{7FBE05F8-5052-46D1-9A2A-E472101CCDD7}" type="parTrans" cxnId="{BD3F1AEF-F37E-495B-92A3-70DF43EE3229}">
      <dgm:prSet/>
      <dgm:spPr/>
      <dgm:t>
        <a:bodyPr/>
        <a:lstStyle/>
        <a:p>
          <a:pPr algn="r" rtl="1"/>
          <a:endParaRPr lang="en-US"/>
        </a:p>
      </dgm:t>
    </dgm:pt>
    <dgm:pt modelId="{679CBA32-1C48-495A-A535-6E184131EB75}" type="sibTrans" cxnId="{BD3F1AEF-F37E-495B-92A3-70DF43EE3229}">
      <dgm:prSet/>
      <dgm:spPr/>
      <dgm:t>
        <a:bodyPr/>
        <a:lstStyle/>
        <a:p>
          <a:pPr algn="r" rtl="1"/>
          <a:endParaRPr lang="en-US"/>
        </a:p>
      </dgm:t>
    </dgm:pt>
    <dgm:pt modelId="{CD444D11-A1AA-42F2-905C-8F2EC4F7F00D}">
      <dgm:prSet phldrT="[Text]"/>
      <dgm:spPr/>
      <dgm:t>
        <a:bodyPr/>
        <a:lstStyle/>
        <a:p>
          <a:pPr algn="r" rtl="1"/>
          <a:r>
            <a:rPr lang="ar-BH" dirty="0"/>
            <a:t>وشكل من أشكال الممارسة السياسية </a:t>
          </a:r>
          <a:endParaRPr lang="en-US" dirty="0"/>
        </a:p>
      </dgm:t>
    </dgm:pt>
    <dgm:pt modelId="{66CB3B3F-9E31-463F-8CEF-378D230286E9}" type="sibTrans" cxnId="{676C9166-894F-4AEE-99A2-13910A29F794}">
      <dgm:prSet/>
      <dgm:spPr/>
      <dgm:t>
        <a:bodyPr/>
        <a:lstStyle/>
        <a:p>
          <a:pPr algn="r" rtl="1"/>
          <a:endParaRPr lang="en-US"/>
        </a:p>
      </dgm:t>
    </dgm:pt>
    <dgm:pt modelId="{99805D45-532A-4A78-9F98-C51D976E11CB}" type="parTrans" cxnId="{676C9166-894F-4AEE-99A2-13910A29F794}">
      <dgm:prSet/>
      <dgm:spPr/>
      <dgm:t>
        <a:bodyPr/>
        <a:lstStyle/>
        <a:p>
          <a:pPr algn="r" rtl="1"/>
          <a:endParaRPr lang="en-US"/>
        </a:p>
      </dgm:t>
    </dgm:pt>
    <dgm:pt modelId="{279302A1-C7CA-4043-8638-B8C3E717CC79}" type="pres">
      <dgm:prSet presAssocID="{A8A6AD96-4C3B-4A25-8728-FC67DEF53717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BB329037-8AB5-4A57-AAD0-CF562C14F9E7}" type="pres">
      <dgm:prSet presAssocID="{14D6093E-1097-41E0-BA6D-157B1B931077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A672D0FB-7246-4F92-8C56-7156B453FB94}" type="pres">
      <dgm:prSet presAssocID="{14D6093E-1097-41E0-BA6D-157B1B931077}" presName="childText_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C579691-FA5F-4A71-95AC-2C619A4B42C2}" type="pres">
      <dgm:prSet presAssocID="{14D6093E-1097-41E0-BA6D-157B1B931077}" presName="accentShape_1" presStyleCnt="0"/>
      <dgm:spPr/>
    </dgm:pt>
    <dgm:pt modelId="{21AD3311-A0C3-4E5F-9C0E-1113E0E9E353}" type="pres">
      <dgm:prSet presAssocID="{14D6093E-1097-41E0-BA6D-157B1B931077}" presName="imageRepeatNode" presStyleLbl="node1" presStyleIdx="0" presStyleCnt="3"/>
      <dgm:spPr/>
    </dgm:pt>
    <dgm:pt modelId="{A5AB9DE2-9248-47F3-8455-8115147BD681}" type="pres">
      <dgm:prSet presAssocID="{2183D3B7-4E10-4D47-98A2-D740CEE6F77F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730FF97-13D3-4546-B4C3-A677A02BCEB8}" type="pres">
      <dgm:prSet presAssocID="{2183D3B7-4E10-4D47-98A2-D740CEE6F77F}" presName="childText_2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1B4F7EDB-B0F7-4DCA-9364-CEC3DD8BECC5}" type="pres">
      <dgm:prSet presAssocID="{2183D3B7-4E10-4D47-98A2-D740CEE6F77F}" presName="accentShape_2" presStyleCnt="0"/>
      <dgm:spPr/>
    </dgm:pt>
    <dgm:pt modelId="{4A7608B8-4F0E-4B04-B44F-4832454FFA20}" type="pres">
      <dgm:prSet presAssocID="{2183D3B7-4E10-4D47-98A2-D740CEE6F77F}" presName="imageRepeatNode" presStyleLbl="node1" presStyleIdx="1" presStyleCnt="3"/>
      <dgm:spPr/>
    </dgm:pt>
    <dgm:pt modelId="{AF0E4642-2406-42E9-B3E3-CA66446BB0E5}" type="pres">
      <dgm:prSet presAssocID="{EAD6D0DF-7266-4349-879D-7101CDA59303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C46E5A81-45A5-4B80-9BA9-28F30622716F}" type="pres">
      <dgm:prSet presAssocID="{EAD6D0DF-7266-4349-879D-7101CDA59303}" presName="childText_3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264AA521-E134-4D5B-8F51-A581AB67CCB2}" type="pres">
      <dgm:prSet presAssocID="{EAD6D0DF-7266-4349-879D-7101CDA59303}" presName="accentShape_3" presStyleCnt="0"/>
      <dgm:spPr/>
    </dgm:pt>
    <dgm:pt modelId="{3D45D33A-6717-499A-8EE5-7E31FD86713C}" type="pres">
      <dgm:prSet presAssocID="{EAD6D0DF-7266-4349-879D-7101CDA59303}" presName="imageRepeatNode" presStyleLbl="node1" presStyleIdx="2" presStyleCnt="3"/>
      <dgm:spPr/>
    </dgm:pt>
  </dgm:ptLst>
  <dgm:cxnLst>
    <dgm:cxn modelId="{1BD0B10A-98AE-4050-B5ED-C5B005F80D33}" type="presOf" srcId="{14D6093E-1097-41E0-BA6D-157B1B931077}" destId="{21AD3311-A0C3-4E5F-9C0E-1113E0E9E353}" srcOrd="1" destOrd="0" presId="urn:microsoft.com/office/officeart/2009/3/layout/BlockDescendingList"/>
    <dgm:cxn modelId="{CC44F129-214B-42DE-82F2-E63363C58C5F}" srcId="{EAD6D0DF-7266-4349-879D-7101CDA59303}" destId="{BBD5F2ED-9BCA-4202-BB66-9E23C81D13B6}" srcOrd="0" destOrd="0" parTransId="{311ED380-8D09-438C-9252-3CEF14F73C7B}" sibTransId="{93782BD5-E78A-4B44-960E-80A706017467}"/>
    <dgm:cxn modelId="{E5B5B430-DC63-4697-BB04-06F403B72CF7}" type="presOf" srcId="{EAD6D0DF-7266-4349-879D-7101CDA59303}" destId="{AF0E4642-2406-42E9-B3E3-CA66446BB0E5}" srcOrd="0" destOrd="0" presId="urn:microsoft.com/office/officeart/2009/3/layout/BlockDescendingList"/>
    <dgm:cxn modelId="{3DBED83D-A5CE-4BA1-B816-E2797559DF68}" type="presOf" srcId="{60BF94D5-B242-43CE-872C-2A3330BD3C11}" destId="{A672D0FB-7246-4F92-8C56-7156B453FB94}" srcOrd="0" destOrd="0" presId="urn:microsoft.com/office/officeart/2009/3/layout/BlockDescendingList"/>
    <dgm:cxn modelId="{4DD7E540-39E6-4FB3-9C08-15E8FBD4542C}" srcId="{EAD6D0DF-7266-4349-879D-7101CDA59303}" destId="{6C9286FA-7D54-4160-8199-4FDD6663AE8D}" srcOrd="1" destOrd="0" parTransId="{496AA5C3-288F-4A36-B2C6-89BD597DBF08}" sibTransId="{A21B106D-7EE7-4377-9446-093D889C9241}"/>
    <dgm:cxn modelId="{4DC78742-9CB3-40A4-B694-C3FAC9562EFA}" srcId="{A8A6AD96-4C3B-4A25-8728-FC67DEF53717}" destId="{2183D3B7-4E10-4D47-98A2-D740CEE6F77F}" srcOrd="1" destOrd="0" parTransId="{EEA71DCD-EFDB-4CCB-89E9-8E3699967661}" sibTransId="{0CC938FC-7C9B-4A0D-A2E7-75811075B00F}"/>
    <dgm:cxn modelId="{31300B4E-4568-42ED-A886-CF063468B5EE}" srcId="{2183D3B7-4E10-4D47-98A2-D740CEE6F77F}" destId="{DA86BC69-5297-4087-9A6F-B20F61CF9B8F}" srcOrd="1" destOrd="0" parTransId="{698DC89E-0547-4803-8F8D-027CDD385103}" sibTransId="{7B7D8012-121A-4CE4-A396-ADE14CBBFD36}"/>
    <dgm:cxn modelId="{E5471457-84B9-4A62-8E9C-1C76627E916B}" type="presOf" srcId="{A7BFB564-C447-43BA-BFAB-009D6F70B7C2}" destId="{E730FF97-13D3-4546-B4C3-A677A02BCEB8}" srcOrd="0" destOrd="0" presId="urn:microsoft.com/office/officeart/2009/3/layout/BlockDescendingList"/>
    <dgm:cxn modelId="{00584158-6BA9-4E71-86E7-FAD6B09F28CE}" srcId="{2183D3B7-4E10-4D47-98A2-D740CEE6F77F}" destId="{A7BFB564-C447-43BA-BFAB-009D6F70B7C2}" srcOrd="0" destOrd="0" parTransId="{4F4B5B6D-0AE3-4E54-9352-11030325F94B}" sibTransId="{99891FA5-4385-4B63-A9B2-104611FAC8B9}"/>
    <dgm:cxn modelId="{ED2E995F-1970-4312-81DF-BA762474A0A5}" srcId="{14D6093E-1097-41E0-BA6D-157B1B931077}" destId="{60BF94D5-B242-43CE-872C-2A3330BD3C11}" srcOrd="0" destOrd="0" parTransId="{564ABA12-15B3-49E4-9E42-82997942895D}" sibTransId="{99B95533-A38F-4396-886A-3D81F3A1CED1}"/>
    <dgm:cxn modelId="{82CBA661-4D93-4F21-9E5E-D70FE6AB0AB5}" type="presOf" srcId="{A8A6AD96-4C3B-4A25-8728-FC67DEF53717}" destId="{279302A1-C7CA-4043-8638-B8C3E717CC79}" srcOrd="0" destOrd="0" presId="urn:microsoft.com/office/officeart/2009/3/layout/BlockDescendingList"/>
    <dgm:cxn modelId="{676C9166-894F-4AEE-99A2-13910A29F794}" srcId="{14D6093E-1097-41E0-BA6D-157B1B931077}" destId="{CD444D11-A1AA-42F2-905C-8F2EC4F7F00D}" srcOrd="1" destOrd="0" parTransId="{99805D45-532A-4A78-9F98-C51D976E11CB}" sibTransId="{66CB3B3F-9E31-463F-8CEF-378D230286E9}"/>
    <dgm:cxn modelId="{CFB04678-54F8-41FE-80BD-CDEC552B47E4}" srcId="{A8A6AD96-4C3B-4A25-8728-FC67DEF53717}" destId="{14D6093E-1097-41E0-BA6D-157B1B931077}" srcOrd="0" destOrd="0" parTransId="{715D7AD2-EB97-48B8-AE0D-C9A83F88DD10}" sibTransId="{8641BC10-6DF5-438F-B115-1CC3483A93A6}"/>
    <dgm:cxn modelId="{7EC92787-1D26-44EF-89A4-3087DD393092}" type="presOf" srcId="{EAD6D0DF-7266-4349-879D-7101CDA59303}" destId="{3D45D33A-6717-499A-8EE5-7E31FD86713C}" srcOrd="1" destOrd="0" presId="urn:microsoft.com/office/officeart/2009/3/layout/BlockDescendingList"/>
    <dgm:cxn modelId="{16D72B9B-608D-40A3-A4D6-66051D428E3D}" type="presOf" srcId="{E14ECC66-08A3-448B-AECF-A5CFAD3039B9}" destId="{A672D0FB-7246-4F92-8C56-7156B453FB94}" srcOrd="0" destOrd="2" presId="urn:microsoft.com/office/officeart/2009/3/layout/BlockDescendingList"/>
    <dgm:cxn modelId="{330E50B4-E335-438B-9766-E6525EAB957D}" type="presOf" srcId="{CD444D11-A1AA-42F2-905C-8F2EC4F7F00D}" destId="{A672D0FB-7246-4F92-8C56-7156B453FB94}" srcOrd="0" destOrd="1" presId="urn:microsoft.com/office/officeart/2009/3/layout/BlockDescendingList"/>
    <dgm:cxn modelId="{6D8597BD-7056-4193-ADB6-C5359851AE6A}" type="presOf" srcId="{BBD5F2ED-9BCA-4202-BB66-9E23C81D13B6}" destId="{C46E5A81-45A5-4B80-9BA9-28F30622716F}" srcOrd="0" destOrd="0" presId="urn:microsoft.com/office/officeart/2009/3/layout/BlockDescendingList"/>
    <dgm:cxn modelId="{7A1DC5BF-2C0E-4E3A-AC26-34D68F18F374}" type="presOf" srcId="{6C9286FA-7D54-4160-8199-4FDD6663AE8D}" destId="{C46E5A81-45A5-4B80-9BA9-28F30622716F}" srcOrd="0" destOrd="1" presId="urn:microsoft.com/office/officeart/2009/3/layout/BlockDescendingList"/>
    <dgm:cxn modelId="{39511FC1-0E82-4C3D-8135-16CA8CE53433}" type="presOf" srcId="{2183D3B7-4E10-4D47-98A2-D740CEE6F77F}" destId="{4A7608B8-4F0E-4B04-B44F-4832454FFA20}" srcOrd="1" destOrd="0" presId="urn:microsoft.com/office/officeart/2009/3/layout/BlockDescendingList"/>
    <dgm:cxn modelId="{5BD3A6C1-1B25-4C5B-BDDD-6D2B5B10EEB1}" type="presOf" srcId="{14D6093E-1097-41E0-BA6D-157B1B931077}" destId="{BB329037-8AB5-4A57-AAD0-CF562C14F9E7}" srcOrd="0" destOrd="0" presId="urn:microsoft.com/office/officeart/2009/3/layout/BlockDescendingList"/>
    <dgm:cxn modelId="{B795B5DB-444F-44D3-ACF9-F6FF861CE28D}" type="presOf" srcId="{2183D3B7-4E10-4D47-98A2-D740CEE6F77F}" destId="{A5AB9DE2-9248-47F3-8455-8115147BD681}" srcOrd="0" destOrd="0" presId="urn:microsoft.com/office/officeart/2009/3/layout/BlockDescendingList"/>
    <dgm:cxn modelId="{DF1E02DF-08BB-4FFA-B9DF-C93FFE6283D6}" type="presOf" srcId="{DA86BC69-5297-4087-9A6F-B20F61CF9B8F}" destId="{E730FF97-13D3-4546-B4C3-A677A02BCEB8}" srcOrd="0" destOrd="1" presId="urn:microsoft.com/office/officeart/2009/3/layout/BlockDescendingList"/>
    <dgm:cxn modelId="{BD3F1AEF-F37E-495B-92A3-70DF43EE3229}" srcId="{14D6093E-1097-41E0-BA6D-157B1B931077}" destId="{E14ECC66-08A3-448B-AECF-A5CFAD3039B9}" srcOrd="2" destOrd="0" parTransId="{7FBE05F8-5052-46D1-9A2A-E472101CCDD7}" sibTransId="{679CBA32-1C48-495A-A535-6E184131EB75}"/>
    <dgm:cxn modelId="{43F6E2FB-CC7E-4304-84ED-D55ACCD56640}" srcId="{A8A6AD96-4C3B-4A25-8728-FC67DEF53717}" destId="{EAD6D0DF-7266-4349-879D-7101CDA59303}" srcOrd="2" destOrd="0" parTransId="{8B4FD24E-CF14-4F07-80A0-64EFD8C836C2}" sibTransId="{8D68782E-F719-42E8-91A3-40825E6A5D28}"/>
    <dgm:cxn modelId="{E675861C-4FF8-44BE-9166-2429AF117A5D}" type="presParOf" srcId="{279302A1-C7CA-4043-8638-B8C3E717CC79}" destId="{BB329037-8AB5-4A57-AAD0-CF562C14F9E7}" srcOrd="0" destOrd="0" presId="urn:microsoft.com/office/officeart/2009/3/layout/BlockDescendingList"/>
    <dgm:cxn modelId="{C78E15FD-57A3-4F50-B794-A5AC878822CF}" type="presParOf" srcId="{279302A1-C7CA-4043-8638-B8C3E717CC79}" destId="{A672D0FB-7246-4F92-8C56-7156B453FB94}" srcOrd="1" destOrd="0" presId="urn:microsoft.com/office/officeart/2009/3/layout/BlockDescendingList"/>
    <dgm:cxn modelId="{F4712AA6-1CFC-4410-B3BE-13E056322410}" type="presParOf" srcId="{279302A1-C7CA-4043-8638-B8C3E717CC79}" destId="{AC579691-FA5F-4A71-95AC-2C619A4B42C2}" srcOrd="2" destOrd="0" presId="urn:microsoft.com/office/officeart/2009/3/layout/BlockDescendingList"/>
    <dgm:cxn modelId="{D92D6237-02A6-4336-B808-CDF2F41F3B4C}" type="presParOf" srcId="{AC579691-FA5F-4A71-95AC-2C619A4B42C2}" destId="{21AD3311-A0C3-4E5F-9C0E-1113E0E9E353}" srcOrd="0" destOrd="0" presId="urn:microsoft.com/office/officeart/2009/3/layout/BlockDescendingList"/>
    <dgm:cxn modelId="{DB6E74D4-2596-48F6-A633-949FA4B5F5F5}" type="presParOf" srcId="{279302A1-C7CA-4043-8638-B8C3E717CC79}" destId="{A5AB9DE2-9248-47F3-8455-8115147BD681}" srcOrd="3" destOrd="0" presId="urn:microsoft.com/office/officeart/2009/3/layout/BlockDescendingList"/>
    <dgm:cxn modelId="{F116CC35-1FD7-4411-95A5-55B65E5CD84D}" type="presParOf" srcId="{279302A1-C7CA-4043-8638-B8C3E717CC79}" destId="{E730FF97-13D3-4546-B4C3-A677A02BCEB8}" srcOrd="4" destOrd="0" presId="urn:microsoft.com/office/officeart/2009/3/layout/BlockDescendingList"/>
    <dgm:cxn modelId="{00E38871-E68C-4D0E-B170-BB4B9ABEB165}" type="presParOf" srcId="{279302A1-C7CA-4043-8638-B8C3E717CC79}" destId="{1B4F7EDB-B0F7-4DCA-9364-CEC3DD8BECC5}" srcOrd="5" destOrd="0" presId="urn:microsoft.com/office/officeart/2009/3/layout/BlockDescendingList"/>
    <dgm:cxn modelId="{3A2B369D-AB50-4E5D-B7B8-C31035540B15}" type="presParOf" srcId="{1B4F7EDB-B0F7-4DCA-9364-CEC3DD8BECC5}" destId="{4A7608B8-4F0E-4B04-B44F-4832454FFA20}" srcOrd="0" destOrd="0" presId="urn:microsoft.com/office/officeart/2009/3/layout/BlockDescendingList"/>
    <dgm:cxn modelId="{40A5CC07-F6E4-4827-B208-598D41D8E2BD}" type="presParOf" srcId="{279302A1-C7CA-4043-8638-B8C3E717CC79}" destId="{AF0E4642-2406-42E9-B3E3-CA66446BB0E5}" srcOrd="6" destOrd="0" presId="urn:microsoft.com/office/officeart/2009/3/layout/BlockDescendingList"/>
    <dgm:cxn modelId="{25AF1F80-765A-4F82-8621-67E0048CFFE8}" type="presParOf" srcId="{279302A1-C7CA-4043-8638-B8C3E717CC79}" destId="{C46E5A81-45A5-4B80-9BA9-28F30622716F}" srcOrd="7" destOrd="0" presId="urn:microsoft.com/office/officeart/2009/3/layout/BlockDescendingList"/>
    <dgm:cxn modelId="{73842F0A-7B94-489B-B6E2-A7AA6D0C4C47}" type="presParOf" srcId="{279302A1-C7CA-4043-8638-B8C3E717CC79}" destId="{264AA521-E134-4D5B-8F51-A581AB67CCB2}" srcOrd="8" destOrd="0" presId="urn:microsoft.com/office/officeart/2009/3/layout/BlockDescendingList"/>
    <dgm:cxn modelId="{1EE9A32E-E8D8-4B2E-BAF3-7666454FCFB6}" type="presParOf" srcId="{264AA521-E134-4D5B-8F51-A581AB67CCB2}" destId="{3D45D33A-6717-499A-8EE5-7E31FD86713C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6B6FE8-CBF2-48EF-9D02-80B323586F5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B8D1AC2-6A21-4939-8A91-1E883D814392}">
      <dgm:prSet phldrT="[Text]"/>
      <dgm:spPr/>
      <dgm:t>
        <a:bodyPr/>
        <a:lstStyle/>
        <a:p>
          <a:r>
            <a:rPr lang="ar-BH" dirty="0"/>
            <a:t>مقتضيات المسؤولية</a:t>
          </a:r>
          <a:endParaRPr lang="en-US" dirty="0"/>
        </a:p>
      </dgm:t>
    </dgm:pt>
    <dgm:pt modelId="{E621847A-FD8C-4465-865C-4E2BF1332091}" type="parTrans" cxnId="{C34C01C6-E1C7-4422-9A62-7F476DDD0DDA}">
      <dgm:prSet/>
      <dgm:spPr/>
      <dgm:t>
        <a:bodyPr/>
        <a:lstStyle/>
        <a:p>
          <a:endParaRPr lang="en-US"/>
        </a:p>
      </dgm:t>
    </dgm:pt>
    <dgm:pt modelId="{F6FB8155-89D1-47F2-937C-869C25477124}" type="sibTrans" cxnId="{C34C01C6-E1C7-4422-9A62-7F476DDD0DDA}">
      <dgm:prSet/>
      <dgm:spPr/>
      <dgm:t>
        <a:bodyPr/>
        <a:lstStyle/>
        <a:p>
          <a:endParaRPr lang="en-US"/>
        </a:p>
      </dgm:t>
    </dgm:pt>
    <dgm:pt modelId="{4D2EDAE0-0BC0-4E0E-930D-F14FE73E054C}">
      <dgm:prSet phldrT="[Text]"/>
      <dgm:spPr/>
      <dgm:t>
        <a:bodyPr/>
        <a:lstStyle/>
        <a:p>
          <a:r>
            <a:rPr lang="ar-BH" dirty="0"/>
            <a:t>اضطلاع المواطن بمسؤولياته الأخلاقية والمدنية والقانونية</a:t>
          </a:r>
          <a:endParaRPr lang="en-US" dirty="0"/>
        </a:p>
      </dgm:t>
    </dgm:pt>
    <dgm:pt modelId="{B0A04716-1C68-47C0-B770-C64AE4704B27}" type="parTrans" cxnId="{F66034EF-0B0A-42AA-A57D-B1CC587BAC72}">
      <dgm:prSet/>
      <dgm:spPr/>
      <dgm:t>
        <a:bodyPr/>
        <a:lstStyle/>
        <a:p>
          <a:endParaRPr lang="en-US"/>
        </a:p>
      </dgm:t>
    </dgm:pt>
    <dgm:pt modelId="{67EDF7B3-F6E4-44CA-B281-B5415C9C372B}" type="sibTrans" cxnId="{F66034EF-0B0A-42AA-A57D-B1CC587BAC72}">
      <dgm:prSet/>
      <dgm:spPr/>
      <dgm:t>
        <a:bodyPr/>
        <a:lstStyle/>
        <a:p>
          <a:endParaRPr lang="en-US"/>
        </a:p>
      </dgm:t>
    </dgm:pt>
    <dgm:pt modelId="{50539DAB-9B76-4488-B832-8FA84B451B00}">
      <dgm:prSet phldrT="[Text]"/>
      <dgm:spPr/>
      <dgm:t>
        <a:bodyPr/>
        <a:lstStyle/>
        <a:p>
          <a:r>
            <a:rPr lang="ar-BH" dirty="0"/>
            <a:t>الإلتزام بها يؤدي إلى النجاح والتقدم والنهضة.</a:t>
          </a:r>
          <a:endParaRPr lang="en-US" dirty="0"/>
        </a:p>
      </dgm:t>
    </dgm:pt>
    <dgm:pt modelId="{DC4A6569-B720-491F-B263-97D91B18D8B6}" type="parTrans" cxnId="{E33373F9-705B-49DB-AEDA-1E2F5761E403}">
      <dgm:prSet/>
      <dgm:spPr/>
      <dgm:t>
        <a:bodyPr/>
        <a:lstStyle/>
        <a:p>
          <a:endParaRPr lang="en-US"/>
        </a:p>
      </dgm:t>
    </dgm:pt>
    <dgm:pt modelId="{667CA701-3FEB-4700-9F32-0BCE6CA49431}" type="sibTrans" cxnId="{E33373F9-705B-49DB-AEDA-1E2F5761E403}">
      <dgm:prSet/>
      <dgm:spPr/>
      <dgm:t>
        <a:bodyPr/>
        <a:lstStyle/>
        <a:p>
          <a:endParaRPr lang="en-US"/>
        </a:p>
      </dgm:t>
    </dgm:pt>
    <dgm:pt modelId="{7B436F1D-A8B2-4923-94C7-F3D0B09C9CEC}">
      <dgm:prSet phldrT="[Text]"/>
      <dgm:spPr/>
      <dgm:t>
        <a:bodyPr/>
        <a:lstStyle/>
        <a:p>
          <a:r>
            <a:rPr lang="ar-BH" dirty="0"/>
            <a:t>تقدم الأمم لا يتحقق بما تملكة من موارد وثروات بل بما تملكة من قيم وأخلاق </a:t>
          </a:r>
          <a:endParaRPr lang="en-US" dirty="0"/>
        </a:p>
      </dgm:t>
    </dgm:pt>
    <dgm:pt modelId="{639743AA-1920-4207-98E7-3356077BC0F5}" type="parTrans" cxnId="{6DF80366-8841-46F4-8A34-0187550ECBE2}">
      <dgm:prSet/>
      <dgm:spPr/>
      <dgm:t>
        <a:bodyPr/>
        <a:lstStyle/>
        <a:p>
          <a:endParaRPr lang="en-US"/>
        </a:p>
      </dgm:t>
    </dgm:pt>
    <dgm:pt modelId="{080D71E8-521E-4955-8B11-D2859D023D38}" type="sibTrans" cxnId="{6DF80366-8841-46F4-8A34-0187550ECBE2}">
      <dgm:prSet/>
      <dgm:spPr/>
      <dgm:t>
        <a:bodyPr/>
        <a:lstStyle/>
        <a:p>
          <a:endParaRPr lang="en-US"/>
        </a:p>
      </dgm:t>
    </dgm:pt>
    <dgm:pt modelId="{26A2C87A-50B7-4650-B21D-0E112E71409E}">
      <dgm:prSet phldrT="[Text]"/>
      <dgm:spPr/>
      <dgm:t>
        <a:bodyPr/>
        <a:lstStyle/>
        <a:p>
          <a:r>
            <a:rPr lang="ar-BH" dirty="0"/>
            <a:t>نهضة الوطن يشترك فيها الجميع على اختلاف الأدواروالوظائف </a:t>
          </a:r>
          <a:endParaRPr lang="en-US" dirty="0"/>
        </a:p>
      </dgm:t>
    </dgm:pt>
    <dgm:pt modelId="{AB15F596-0783-4AA2-B0C4-DBC23341E741}" type="parTrans" cxnId="{E4C074D7-BB24-4B8D-A217-A8EDDEFF22C0}">
      <dgm:prSet/>
      <dgm:spPr/>
      <dgm:t>
        <a:bodyPr/>
        <a:lstStyle/>
        <a:p>
          <a:endParaRPr lang="en-US"/>
        </a:p>
      </dgm:t>
    </dgm:pt>
    <dgm:pt modelId="{218BC2FF-3841-47B5-B4AC-B24E6ED92897}" type="sibTrans" cxnId="{E4C074D7-BB24-4B8D-A217-A8EDDEFF22C0}">
      <dgm:prSet/>
      <dgm:spPr/>
      <dgm:t>
        <a:bodyPr/>
        <a:lstStyle/>
        <a:p>
          <a:endParaRPr lang="en-US"/>
        </a:p>
      </dgm:t>
    </dgm:pt>
    <dgm:pt modelId="{24B2D0ED-0665-414B-8228-81412E0D9905}">
      <dgm:prSet phldrT="[Text]"/>
      <dgm:spPr/>
      <dgm:t>
        <a:bodyPr/>
        <a:lstStyle/>
        <a:p>
          <a:r>
            <a:rPr lang="ar-BH" dirty="0"/>
            <a:t>ينجم عن غياب ثقافة المسؤولية انتشار ثقافة اللامبالاة والأنانية والاستهتار مما يترتب عليه التقاعس عن أداء الواجبات وضياع الحقوق</a:t>
          </a:r>
          <a:endParaRPr lang="en-US" dirty="0"/>
        </a:p>
      </dgm:t>
    </dgm:pt>
    <dgm:pt modelId="{6C8495AF-4D66-4636-BA36-1B6D6E1ED53E}" type="parTrans" cxnId="{E0F9AC17-755F-448E-9448-B973F4EB3A20}">
      <dgm:prSet/>
      <dgm:spPr/>
      <dgm:t>
        <a:bodyPr/>
        <a:lstStyle/>
        <a:p>
          <a:endParaRPr lang="en-US"/>
        </a:p>
      </dgm:t>
    </dgm:pt>
    <dgm:pt modelId="{82BBBA38-CE68-48D7-9AAF-BFB217BD795F}" type="sibTrans" cxnId="{E0F9AC17-755F-448E-9448-B973F4EB3A20}">
      <dgm:prSet/>
      <dgm:spPr/>
      <dgm:t>
        <a:bodyPr/>
        <a:lstStyle/>
        <a:p>
          <a:endParaRPr lang="en-US"/>
        </a:p>
      </dgm:t>
    </dgm:pt>
    <dgm:pt modelId="{866A48FB-8BEE-4B6E-B784-28E72F3E4166}" type="pres">
      <dgm:prSet presAssocID="{1A6B6FE8-CBF2-48EF-9D02-80B323586F5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DA97E52-CB66-4DE6-B6E4-1F62A7135A01}" type="pres">
      <dgm:prSet presAssocID="{BB8D1AC2-6A21-4939-8A91-1E883D814392}" presName="root1" presStyleCnt="0"/>
      <dgm:spPr/>
    </dgm:pt>
    <dgm:pt modelId="{7F00C566-9789-4599-BA79-C43BBEB1DC21}" type="pres">
      <dgm:prSet presAssocID="{BB8D1AC2-6A21-4939-8A91-1E883D814392}" presName="LevelOneTextNode" presStyleLbl="node0" presStyleIdx="0" presStyleCnt="1">
        <dgm:presLayoutVars>
          <dgm:chPref val="3"/>
        </dgm:presLayoutVars>
      </dgm:prSet>
      <dgm:spPr/>
    </dgm:pt>
    <dgm:pt modelId="{A61391D2-AFE8-4433-AFF8-B80B612F3D3F}" type="pres">
      <dgm:prSet presAssocID="{BB8D1AC2-6A21-4939-8A91-1E883D814392}" presName="level2hierChild" presStyleCnt="0"/>
      <dgm:spPr/>
    </dgm:pt>
    <dgm:pt modelId="{A2CE9E48-89EF-4FCC-A58A-4D5D8743FF33}" type="pres">
      <dgm:prSet presAssocID="{B0A04716-1C68-47C0-B770-C64AE4704B27}" presName="conn2-1" presStyleLbl="parChTrans1D2" presStyleIdx="0" presStyleCnt="5"/>
      <dgm:spPr/>
    </dgm:pt>
    <dgm:pt modelId="{D4F9E8A3-8F7F-4B4D-82A4-B41114247E8A}" type="pres">
      <dgm:prSet presAssocID="{B0A04716-1C68-47C0-B770-C64AE4704B27}" presName="connTx" presStyleLbl="parChTrans1D2" presStyleIdx="0" presStyleCnt="5"/>
      <dgm:spPr/>
    </dgm:pt>
    <dgm:pt modelId="{F06EF595-0663-4D26-9E33-24337D2AEF40}" type="pres">
      <dgm:prSet presAssocID="{4D2EDAE0-0BC0-4E0E-930D-F14FE73E054C}" presName="root2" presStyleCnt="0"/>
      <dgm:spPr/>
    </dgm:pt>
    <dgm:pt modelId="{FCA66D4E-FB86-4FDB-B816-6073DF5484B2}" type="pres">
      <dgm:prSet presAssocID="{4D2EDAE0-0BC0-4E0E-930D-F14FE73E054C}" presName="LevelTwoTextNode" presStyleLbl="node2" presStyleIdx="0" presStyleCnt="5" custScaleX="132221" custScaleY="90582">
        <dgm:presLayoutVars>
          <dgm:chPref val="3"/>
        </dgm:presLayoutVars>
      </dgm:prSet>
      <dgm:spPr/>
    </dgm:pt>
    <dgm:pt modelId="{9E2B6D9A-5237-40D3-831A-78792F77D373}" type="pres">
      <dgm:prSet presAssocID="{4D2EDAE0-0BC0-4E0E-930D-F14FE73E054C}" presName="level3hierChild" presStyleCnt="0"/>
      <dgm:spPr/>
    </dgm:pt>
    <dgm:pt modelId="{C4A659ED-2AD5-4644-A8E4-2453F42D10BD}" type="pres">
      <dgm:prSet presAssocID="{DC4A6569-B720-491F-B263-97D91B18D8B6}" presName="conn2-1" presStyleLbl="parChTrans1D2" presStyleIdx="1" presStyleCnt="5"/>
      <dgm:spPr/>
    </dgm:pt>
    <dgm:pt modelId="{1FF0E999-DE4F-42F6-83F6-17C437BFB38E}" type="pres">
      <dgm:prSet presAssocID="{DC4A6569-B720-491F-B263-97D91B18D8B6}" presName="connTx" presStyleLbl="parChTrans1D2" presStyleIdx="1" presStyleCnt="5"/>
      <dgm:spPr/>
    </dgm:pt>
    <dgm:pt modelId="{4618F05C-3C01-4544-A4B0-FE071FC859E4}" type="pres">
      <dgm:prSet presAssocID="{50539DAB-9B76-4488-B832-8FA84B451B00}" presName="root2" presStyleCnt="0"/>
      <dgm:spPr/>
    </dgm:pt>
    <dgm:pt modelId="{789CEEAE-62A6-4FE5-9A5D-06BF49CA563F}" type="pres">
      <dgm:prSet presAssocID="{50539DAB-9B76-4488-B832-8FA84B451B00}" presName="LevelTwoTextNode" presStyleLbl="node2" presStyleIdx="1" presStyleCnt="5" custScaleX="131541" custScaleY="88829">
        <dgm:presLayoutVars>
          <dgm:chPref val="3"/>
        </dgm:presLayoutVars>
      </dgm:prSet>
      <dgm:spPr/>
    </dgm:pt>
    <dgm:pt modelId="{1F708704-0DD1-4FB6-8FEF-53CBA9DAD613}" type="pres">
      <dgm:prSet presAssocID="{50539DAB-9B76-4488-B832-8FA84B451B00}" presName="level3hierChild" presStyleCnt="0"/>
      <dgm:spPr/>
    </dgm:pt>
    <dgm:pt modelId="{9804033D-DFFF-4354-9758-6D61A1D573DB}" type="pres">
      <dgm:prSet presAssocID="{639743AA-1920-4207-98E7-3356077BC0F5}" presName="conn2-1" presStyleLbl="parChTrans1D2" presStyleIdx="2" presStyleCnt="5"/>
      <dgm:spPr/>
    </dgm:pt>
    <dgm:pt modelId="{92252F26-9040-400F-9E2D-4EE4D0ABBE81}" type="pres">
      <dgm:prSet presAssocID="{639743AA-1920-4207-98E7-3356077BC0F5}" presName="connTx" presStyleLbl="parChTrans1D2" presStyleIdx="2" presStyleCnt="5"/>
      <dgm:spPr/>
    </dgm:pt>
    <dgm:pt modelId="{86FF7FE0-3022-4544-9BC4-F4677950E290}" type="pres">
      <dgm:prSet presAssocID="{7B436F1D-A8B2-4923-94C7-F3D0B09C9CEC}" presName="root2" presStyleCnt="0"/>
      <dgm:spPr/>
    </dgm:pt>
    <dgm:pt modelId="{1B83428E-E4F1-40E5-927F-33EEB19EFC28}" type="pres">
      <dgm:prSet presAssocID="{7B436F1D-A8B2-4923-94C7-F3D0B09C9CEC}" presName="LevelTwoTextNode" presStyleLbl="node2" presStyleIdx="2" presStyleCnt="5" custScaleX="130517" custScaleY="86867">
        <dgm:presLayoutVars>
          <dgm:chPref val="3"/>
        </dgm:presLayoutVars>
      </dgm:prSet>
      <dgm:spPr/>
    </dgm:pt>
    <dgm:pt modelId="{DDFCDB98-AF16-411A-B221-982F847A39A2}" type="pres">
      <dgm:prSet presAssocID="{7B436F1D-A8B2-4923-94C7-F3D0B09C9CEC}" presName="level3hierChild" presStyleCnt="0"/>
      <dgm:spPr/>
    </dgm:pt>
    <dgm:pt modelId="{7E676FB8-CFAE-4EAE-9ACA-44D18F2D2005}" type="pres">
      <dgm:prSet presAssocID="{AB15F596-0783-4AA2-B0C4-DBC23341E741}" presName="conn2-1" presStyleLbl="parChTrans1D2" presStyleIdx="3" presStyleCnt="5"/>
      <dgm:spPr/>
    </dgm:pt>
    <dgm:pt modelId="{36EFCA6D-60A1-4D7C-BE65-7B3095B72EB6}" type="pres">
      <dgm:prSet presAssocID="{AB15F596-0783-4AA2-B0C4-DBC23341E741}" presName="connTx" presStyleLbl="parChTrans1D2" presStyleIdx="3" presStyleCnt="5"/>
      <dgm:spPr/>
    </dgm:pt>
    <dgm:pt modelId="{923D074D-0CB6-4B0D-8D51-F40306C1CC76}" type="pres">
      <dgm:prSet presAssocID="{26A2C87A-50B7-4650-B21D-0E112E71409E}" presName="root2" presStyleCnt="0"/>
      <dgm:spPr/>
    </dgm:pt>
    <dgm:pt modelId="{1942788A-6360-4692-B815-C78ECDAA2560}" type="pres">
      <dgm:prSet presAssocID="{26A2C87A-50B7-4650-B21D-0E112E71409E}" presName="LevelTwoTextNode" presStyleLbl="node2" presStyleIdx="3" presStyleCnt="5" custScaleX="130517" custScaleY="80991">
        <dgm:presLayoutVars>
          <dgm:chPref val="3"/>
        </dgm:presLayoutVars>
      </dgm:prSet>
      <dgm:spPr/>
    </dgm:pt>
    <dgm:pt modelId="{AF675828-35F2-416D-8975-3B8988FE5286}" type="pres">
      <dgm:prSet presAssocID="{26A2C87A-50B7-4650-B21D-0E112E71409E}" presName="level3hierChild" presStyleCnt="0"/>
      <dgm:spPr/>
    </dgm:pt>
    <dgm:pt modelId="{E777BE33-D2F0-41E0-B7C8-F4DEF66CB909}" type="pres">
      <dgm:prSet presAssocID="{6C8495AF-4D66-4636-BA36-1B6D6E1ED53E}" presName="conn2-1" presStyleLbl="parChTrans1D2" presStyleIdx="4" presStyleCnt="5"/>
      <dgm:spPr/>
    </dgm:pt>
    <dgm:pt modelId="{A5DB52E8-1C98-4949-83F3-E829039594C4}" type="pres">
      <dgm:prSet presAssocID="{6C8495AF-4D66-4636-BA36-1B6D6E1ED53E}" presName="connTx" presStyleLbl="parChTrans1D2" presStyleIdx="4" presStyleCnt="5"/>
      <dgm:spPr/>
    </dgm:pt>
    <dgm:pt modelId="{D4349EC6-0039-44DF-ACA2-5F9C60BB9C21}" type="pres">
      <dgm:prSet presAssocID="{24B2D0ED-0665-414B-8228-81412E0D9905}" presName="root2" presStyleCnt="0"/>
      <dgm:spPr/>
    </dgm:pt>
    <dgm:pt modelId="{84B78461-7F2D-47CA-AB8E-A82FB982A34F}" type="pres">
      <dgm:prSet presAssocID="{24B2D0ED-0665-414B-8228-81412E0D9905}" presName="LevelTwoTextNode" presStyleLbl="node2" presStyleIdx="4" presStyleCnt="5" custScaleX="130517" custScaleY="80991">
        <dgm:presLayoutVars>
          <dgm:chPref val="3"/>
        </dgm:presLayoutVars>
      </dgm:prSet>
      <dgm:spPr/>
    </dgm:pt>
    <dgm:pt modelId="{8784E1B3-F682-4326-9656-CB5FCDD2A2FB}" type="pres">
      <dgm:prSet presAssocID="{24B2D0ED-0665-414B-8228-81412E0D9905}" presName="level3hierChild" presStyleCnt="0"/>
      <dgm:spPr/>
    </dgm:pt>
  </dgm:ptLst>
  <dgm:cxnLst>
    <dgm:cxn modelId="{4F168A0E-D828-417D-945C-17BEE538C6CE}" type="presOf" srcId="{B0A04716-1C68-47C0-B770-C64AE4704B27}" destId="{D4F9E8A3-8F7F-4B4D-82A4-B41114247E8A}" srcOrd="1" destOrd="0" presId="urn:microsoft.com/office/officeart/2008/layout/HorizontalMultiLevelHierarchy"/>
    <dgm:cxn modelId="{9DD4F812-B84A-4D98-9023-A325923B3EAE}" type="presOf" srcId="{BB8D1AC2-6A21-4939-8A91-1E883D814392}" destId="{7F00C566-9789-4599-BA79-C43BBEB1DC21}" srcOrd="0" destOrd="0" presId="urn:microsoft.com/office/officeart/2008/layout/HorizontalMultiLevelHierarchy"/>
    <dgm:cxn modelId="{E0F9AC17-755F-448E-9448-B973F4EB3A20}" srcId="{BB8D1AC2-6A21-4939-8A91-1E883D814392}" destId="{24B2D0ED-0665-414B-8228-81412E0D9905}" srcOrd="4" destOrd="0" parTransId="{6C8495AF-4D66-4636-BA36-1B6D6E1ED53E}" sibTransId="{82BBBA38-CE68-48D7-9AAF-BFB217BD795F}"/>
    <dgm:cxn modelId="{117E4E2B-A43F-4CBD-83A9-80143EF3A2F7}" type="presOf" srcId="{1A6B6FE8-CBF2-48EF-9D02-80B323586F56}" destId="{866A48FB-8BEE-4B6E-B784-28E72F3E4166}" srcOrd="0" destOrd="0" presId="urn:microsoft.com/office/officeart/2008/layout/HorizontalMultiLevelHierarchy"/>
    <dgm:cxn modelId="{9D55072D-A510-49FF-ABE4-B4A5F4894FA5}" type="presOf" srcId="{DC4A6569-B720-491F-B263-97D91B18D8B6}" destId="{1FF0E999-DE4F-42F6-83F6-17C437BFB38E}" srcOrd="1" destOrd="0" presId="urn:microsoft.com/office/officeart/2008/layout/HorizontalMultiLevelHierarchy"/>
    <dgm:cxn modelId="{D1183931-0933-40AD-8454-F3537D20DEB6}" type="presOf" srcId="{26A2C87A-50B7-4650-B21D-0E112E71409E}" destId="{1942788A-6360-4692-B815-C78ECDAA2560}" srcOrd="0" destOrd="0" presId="urn:microsoft.com/office/officeart/2008/layout/HorizontalMultiLevelHierarchy"/>
    <dgm:cxn modelId="{C3EEC843-CC72-4CCD-8FA9-F727A7445005}" type="presOf" srcId="{4D2EDAE0-0BC0-4E0E-930D-F14FE73E054C}" destId="{FCA66D4E-FB86-4FDB-B816-6073DF5484B2}" srcOrd="0" destOrd="0" presId="urn:microsoft.com/office/officeart/2008/layout/HorizontalMultiLevelHierarchy"/>
    <dgm:cxn modelId="{3076E245-775D-4674-91DC-4FC16FFC9F7C}" type="presOf" srcId="{DC4A6569-B720-491F-B263-97D91B18D8B6}" destId="{C4A659ED-2AD5-4644-A8E4-2453F42D10BD}" srcOrd="0" destOrd="0" presId="urn:microsoft.com/office/officeart/2008/layout/HorizontalMultiLevelHierarchy"/>
    <dgm:cxn modelId="{FC7F7B52-C5CB-4FEA-9001-68FDB4616FD6}" type="presOf" srcId="{B0A04716-1C68-47C0-B770-C64AE4704B27}" destId="{A2CE9E48-89EF-4FCC-A58A-4D5D8743FF33}" srcOrd="0" destOrd="0" presId="urn:microsoft.com/office/officeart/2008/layout/HorizontalMultiLevelHierarchy"/>
    <dgm:cxn modelId="{6DF80366-8841-46F4-8A34-0187550ECBE2}" srcId="{BB8D1AC2-6A21-4939-8A91-1E883D814392}" destId="{7B436F1D-A8B2-4923-94C7-F3D0B09C9CEC}" srcOrd="2" destOrd="0" parTransId="{639743AA-1920-4207-98E7-3356077BC0F5}" sibTransId="{080D71E8-521E-4955-8B11-D2859D023D38}"/>
    <dgm:cxn modelId="{01FC5B6C-1C50-4E00-ADAC-00DA598B0F35}" type="presOf" srcId="{AB15F596-0783-4AA2-B0C4-DBC23341E741}" destId="{36EFCA6D-60A1-4D7C-BE65-7B3095B72EB6}" srcOrd="1" destOrd="0" presId="urn:microsoft.com/office/officeart/2008/layout/HorizontalMultiLevelHierarchy"/>
    <dgm:cxn modelId="{E315BC73-2894-4CC2-9290-9BF940589F7D}" type="presOf" srcId="{7B436F1D-A8B2-4923-94C7-F3D0B09C9CEC}" destId="{1B83428E-E4F1-40E5-927F-33EEB19EFC28}" srcOrd="0" destOrd="0" presId="urn:microsoft.com/office/officeart/2008/layout/HorizontalMultiLevelHierarchy"/>
    <dgm:cxn modelId="{A8BF7C76-D8C1-4257-99C4-B4DE5398C7A3}" type="presOf" srcId="{6C8495AF-4D66-4636-BA36-1B6D6E1ED53E}" destId="{E777BE33-D2F0-41E0-B7C8-F4DEF66CB909}" srcOrd="0" destOrd="0" presId="urn:microsoft.com/office/officeart/2008/layout/HorizontalMultiLevelHierarchy"/>
    <dgm:cxn modelId="{1485067C-2C53-42AA-ACDE-C76FC095ECAE}" type="presOf" srcId="{639743AA-1920-4207-98E7-3356077BC0F5}" destId="{9804033D-DFFF-4354-9758-6D61A1D573DB}" srcOrd="0" destOrd="0" presId="urn:microsoft.com/office/officeart/2008/layout/HorizontalMultiLevelHierarchy"/>
    <dgm:cxn modelId="{BAF28586-4FA4-45DF-A5E9-D84E2AD238D3}" type="presOf" srcId="{AB15F596-0783-4AA2-B0C4-DBC23341E741}" destId="{7E676FB8-CFAE-4EAE-9ACA-44D18F2D2005}" srcOrd="0" destOrd="0" presId="urn:microsoft.com/office/officeart/2008/layout/HorizontalMultiLevelHierarchy"/>
    <dgm:cxn modelId="{5BD3BD8D-8080-4832-AE49-B7AEC258A6BD}" type="presOf" srcId="{639743AA-1920-4207-98E7-3356077BC0F5}" destId="{92252F26-9040-400F-9E2D-4EE4D0ABBE81}" srcOrd="1" destOrd="0" presId="urn:microsoft.com/office/officeart/2008/layout/HorizontalMultiLevelHierarchy"/>
    <dgm:cxn modelId="{DE5450B5-0DC1-44E3-B485-993AF660C780}" type="presOf" srcId="{50539DAB-9B76-4488-B832-8FA84B451B00}" destId="{789CEEAE-62A6-4FE5-9A5D-06BF49CA563F}" srcOrd="0" destOrd="0" presId="urn:microsoft.com/office/officeart/2008/layout/HorizontalMultiLevelHierarchy"/>
    <dgm:cxn modelId="{687CAAB7-7A8B-4158-9C40-80602B57A0A9}" type="presOf" srcId="{24B2D0ED-0665-414B-8228-81412E0D9905}" destId="{84B78461-7F2D-47CA-AB8E-A82FB982A34F}" srcOrd="0" destOrd="0" presId="urn:microsoft.com/office/officeart/2008/layout/HorizontalMultiLevelHierarchy"/>
    <dgm:cxn modelId="{C34C01C6-E1C7-4422-9A62-7F476DDD0DDA}" srcId="{1A6B6FE8-CBF2-48EF-9D02-80B323586F56}" destId="{BB8D1AC2-6A21-4939-8A91-1E883D814392}" srcOrd="0" destOrd="0" parTransId="{E621847A-FD8C-4465-865C-4E2BF1332091}" sibTransId="{F6FB8155-89D1-47F2-937C-869C25477124}"/>
    <dgm:cxn modelId="{64AF0ECB-147A-42A4-9E8A-8FDF22A690E0}" type="presOf" srcId="{6C8495AF-4D66-4636-BA36-1B6D6E1ED53E}" destId="{A5DB52E8-1C98-4949-83F3-E829039594C4}" srcOrd="1" destOrd="0" presId="urn:microsoft.com/office/officeart/2008/layout/HorizontalMultiLevelHierarchy"/>
    <dgm:cxn modelId="{E4C074D7-BB24-4B8D-A217-A8EDDEFF22C0}" srcId="{BB8D1AC2-6A21-4939-8A91-1E883D814392}" destId="{26A2C87A-50B7-4650-B21D-0E112E71409E}" srcOrd="3" destOrd="0" parTransId="{AB15F596-0783-4AA2-B0C4-DBC23341E741}" sibTransId="{218BC2FF-3841-47B5-B4AC-B24E6ED92897}"/>
    <dgm:cxn modelId="{F66034EF-0B0A-42AA-A57D-B1CC587BAC72}" srcId="{BB8D1AC2-6A21-4939-8A91-1E883D814392}" destId="{4D2EDAE0-0BC0-4E0E-930D-F14FE73E054C}" srcOrd="0" destOrd="0" parTransId="{B0A04716-1C68-47C0-B770-C64AE4704B27}" sibTransId="{67EDF7B3-F6E4-44CA-B281-B5415C9C372B}"/>
    <dgm:cxn modelId="{E33373F9-705B-49DB-AEDA-1E2F5761E403}" srcId="{BB8D1AC2-6A21-4939-8A91-1E883D814392}" destId="{50539DAB-9B76-4488-B832-8FA84B451B00}" srcOrd="1" destOrd="0" parTransId="{DC4A6569-B720-491F-B263-97D91B18D8B6}" sibTransId="{667CA701-3FEB-4700-9F32-0BCE6CA49431}"/>
    <dgm:cxn modelId="{1F65EBBA-3C07-4FFF-BAA9-CA0C01E5301B}" type="presParOf" srcId="{866A48FB-8BEE-4B6E-B784-28E72F3E4166}" destId="{0DA97E52-CB66-4DE6-B6E4-1F62A7135A01}" srcOrd="0" destOrd="0" presId="urn:microsoft.com/office/officeart/2008/layout/HorizontalMultiLevelHierarchy"/>
    <dgm:cxn modelId="{23D8829D-3131-4F72-8C9A-1148D2C04E85}" type="presParOf" srcId="{0DA97E52-CB66-4DE6-B6E4-1F62A7135A01}" destId="{7F00C566-9789-4599-BA79-C43BBEB1DC21}" srcOrd="0" destOrd="0" presId="urn:microsoft.com/office/officeart/2008/layout/HorizontalMultiLevelHierarchy"/>
    <dgm:cxn modelId="{18A76A8D-52BE-495A-B976-71E70B75572B}" type="presParOf" srcId="{0DA97E52-CB66-4DE6-B6E4-1F62A7135A01}" destId="{A61391D2-AFE8-4433-AFF8-B80B612F3D3F}" srcOrd="1" destOrd="0" presId="urn:microsoft.com/office/officeart/2008/layout/HorizontalMultiLevelHierarchy"/>
    <dgm:cxn modelId="{7EFC1628-8CD9-49FF-9333-8178B1D86A3E}" type="presParOf" srcId="{A61391D2-AFE8-4433-AFF8-B80B612F3D3F}" destId="{A2CE9E48-89EF-4FCC-A58A-4D5D8743FF33}" srcOrd="0" destOrd="0" presId="urn:microsoft.com/office/officeart/2008/layout/HorizontalMultiLevelHierarchy"/>
    <dgm:cxn modelId="{C0609675-CB59-4878-A3FF-71A3DFD5684C}" type="presParOf" srcId="{A2CE9E48-89EF-4FCC-A58A-4D5D8743FF33}" destId="{D4F9E8A3-8F7F-4B4D-82A4-B41114247E8A}" srcOrd="0" destOrd="0" presId="urn:microsoft.com/office/officeart/2008/layout/HorizontalMultiLevelHierarchy"/>
    <dgm:cxn modelId="{6519A9A9-D230-4963-8966-9FB49FDBDF61}" type="presParOf" srcId="{A61391D2-AFE8-4433-AFF8-B80B612F3D3F}" destId="{F06EF595-0663-4D26-9E33-24337D2AEF40}" srcOrd="1" destOrd="0" presId="urn:microsoft.com/office/officeart/2008/layout/HorizontalMultiLevelHierarchy"/>
    <dgm:cxn modelId="{0C6CD463-1C1A-44F6-ABB7-5AEF35086150}" type="presParOf" srcId="{F06EF595-0663-4D26-9E33-24337D2AEF40}" destId="{FCA66D4E-FB86-4FDB-B816-6073DF5484B2}" srcOrd="0" destOrd="0" presId="urn:microsoft.com/office/officeart/2008/layout/HorizontalMultiLevelHierarchy"/>
    <dgm:cxn modelId="{229A525B-AD0B-45E0-8972-4D638E0183B8}" type="presParOf" srcId="{F06EF595-0663-4D26-9E33-24337D2AEF40}" destId="{9E2B6D9A-5237-40D3-831A-78792F77D373}" srcOrd="1" destOrd="0" presId="urn:microsoft.com/office/officeart/2008/layout/HorizontalMultiLevelHierarchy"/>
    <dgm:cxn modelId="{122E4CCE-351A-4309-9413-B2EB01BCE6BE}" type="presParOf" srcId="{A61391D2-AFE8-4433-AFF8-B80B612F3D3F}" destId="{C4A659ED-2AD5-4644-A8E4-2453F42D10BD}" srcOrd="2" destOrd="0" presId="urn:microsoft.com/office/officeart/2008/layout/HorizontalMultiLevelHierarchy"/>
    <dgm:cxn modelId="{9890BC74-5930-4E93-9354-EBD77210272B}" type="presParOf" srcId="{C4A659ED-2AD5-4644-A8E4-2453F42D10BD}" destId="{1FF0E999-DE4F-42F6-83F6-17C437BFB38E}" srcOrd="0" destOrd="0" presId="urn:microsoft.com/office/officeart/2008/layout/HorizontalMultiLevelHierarchy"/>
    <dgm:cxn modelId="{002E6C8B-5762-44BE-82B1-F0C953D3ECC6}" type="presParOf" srcId="{A61391D2-AFE8-4433-AFF8-B80B612F3D3F}" destId="{4618F05C-3C01-4544-A4B0-FE071FC859E4}" srcOrd="3" destOrd="0" presId="urn:microsoft.com/office/officeart/2008/layout/HorizontalMultiLevelHierarchy"/>
    <dgm:cxn modelId="{6B8FE3F2-050B-49AD-A703-DC408FAB83DD}" type="presParOf" srcId="{4618F05C-3C01-4544-A4B0-FE071FC859E4}" destId="{789CEEAE-62A6-4FE5-9A5D-06BF49CA563F}" srcOrd="0" destOrd="0" presId="urn:microsoft.com/office/officeart/2008/layout/HorizontalMultiLevelHierarchy"/>
    <dgm:cxn modelId="{D7ED5A46-40CC-4BB5-A0FA-B65B26ECC934}" type="presParOf" srcId="{4618F05C-3C01-4544-A4B0-FE071FC859E4}" destId="{1F708704-0DD1-4FB6-8FEF-53CBA9DAD613}" srcOrd="1" destOrd="0" presId="urn:microsoft.com/office/officeart/2008/layout/HorizontalMultiLevelHierarchy"/>
    <dgm:cxn modelId="{41A92790-FB0F-4624-BDFD-7ED0F481748C}" type="presParOf" srcId="{A61391D2-AFE8-4433-AFF8-B80B612F3D3F}" destId="{9804033D-DFFF-4354-9758-6D61A1D573DB}" srcOrd="4" destOrd="0" presId="urn:microsoft.com/office/officeart/2008/layout/HorizontalMultiLevelHierarchy"/>
    <dgm:cxn modelId="{606FDADC-48CC-4502-A2B3-F79A33C11761}" type="presParOf" srcId="{9804033D-DFFF-4354-9758-6D61A1D573DB}" destId="{92252F26-9040-400F-9E2D-4EE4D0ABBE81}" srcOrd="0" destOrd="0" presId="urn:microsoft.com/office/officeart/2008/layout/HorizontalMultiLevelHierarchy"/>
    <dgm:cxn modelId="{362372C7-CB5A-4A50-B09C-AB131AAA50BF}" type="presParOf" srcId="{A61391D2-AFE8-4433-AFF8-B80B612F3D3F}" destId="{86FF7FE0-3022-4544-9BC4-F4677950E290}" srcOrd="5" destOrd="0" presId="urn:microsoft.com/office/officeart/2008/layout/HorizontalMultiLevelHierarchy"/>
    <dgm:cxn modelId="{7023D947-9ED9-4EB3-9FA4-66490156CBE2}" type="presParOf" srcId="{86FF7FE0-3022-4544-9BC4-F4677950E290}" destId="{1B83428E-E4F1-40E5-927F-33EEB19EFC28}" srcOrd="0" destOrd="0" presId="urn:microsoft.com/office/officeart/2008/layout/HorizontalMultiLevelHierarchy"/>
    <dgm:cxn modelId="{C3DCCA60-3950-406F-9F19-62C954D0B213}" type="presParOf" srcId="{86FF7FE0-3022-4544-9BC4-F4677950E290}" destId="{DDFCDB98-AF16-411A-B221-982F847A39A2}" srcOrd="1" destOrd="0" presId="urn:microsoft.com/office/officeart/2008/layout/HorizontalMultiLevelHierarchy"/>
    <dgm:cxn modelId="{F7E7166F-530D-45C1-9436-B58F714CA833}" type="presParOf" srcId="{A61391D2-AFE8-4433-AFF8-B80B612F3D3F}" destId="{7E676FB8-CFAE-4EAE-9ACA-44D18F2D2005}" srcOrd="6" destOrd="0" presId="urn:microsoft.com/office/officeart/2008/layout/HorizontalMultiLevelHierarchy"/>
    <dgm:cxn modelId="{50784563-5CFD-4D1F-881E-1E14A8BE9A69}" type="presParOf" srcId="{7E676FB8-CFAE-4EAE-9ACA-44D18F2D2005}" destId="{36EFCA6D-60A1-4D7C-BE65-7B3095B72EB6}" srcOrd="0" destOrd="0" presId="urn:microsoft.com/office/officeart/2008/layout/HorizontalMultiLevelHierarchy"/>
    <dgm:cxn modelId="{417CB44E-6AA4-4E13-BC77-E3573CD6F023}" type="presParOf" srcId="{A61391D2-AFE8-4433-AFF8-B80B612F3D3F}" destId="{923D074D-0CB6-4B0D-8D51-F40306C1CC76}" srcOrd="7" destOrd="0" presId="urn:microsoft.com/office/officeart/2008/layout/HorizontalMultiLevelHierarchy"/>
    <dgm:cxn modelId="{F13DB6F3-2ECE-45B5-9074-B523A053ADDD}" type="presParOf" srcId="{923D074D-0CB6-4B0D-8D51-F40306C1CC76}" destId="{1942788A-6360-4692-B815-C78ECDAA2560}" srcOrd="0" destOrd="0" presId="urn:microsoft.com/office/officeart/2008/layout/HorizontalMultiLevelHierarchy"/>
    <dgm:cxn modelId="{DE2F5853-CC7A-4FE9-A6C2-4F9BAFAF3205}" type="presParOf" srcId="{923D074D-0CB6-4B0D-8D51-F40306C1CC76}" destId="{AF675828-35F2-416D-8975-3B8988FE5286}" srcOrd="1" destOrd="0" presId="urn:microsoft.com/office/officeart/2008/layout/HorizontalMultiLevelHierarchy"/>
    <dgm:cxn modelId="{8400EEA8-84BB-4F11-9B43-05D5D45F66FF}" type="presParOf" srcId="{A61391D2-AFE8-4433-AFF8-B80B612F3D3F}" destId="{E777BE33-D2F0-41E0-B7C8-F4DEF66CB909}" srcOrd="8" destOrd="0" presId="urn:microsoft.com/office/officeart/2008/layout/HorizontalMultiLevelHierarchy"/>
    <dgm:cxn modelId="{106DB108-7A19-4D76-89CC-0DD0B9E9A995}" type="presParOf" srcId="{E777BE33-D2F0-41E0-B7C8-F4DEF66CB909}" destId="{A5DB52E8-1C98-4949-83F3-E829039594C4}" srcOrd="0" destOrd="0" presId="urn:microsoft.com/office/officeart/2008/layout/HorizontalMultiLevelHierarchy"/>
    <dgm:cxn modelId="{EC33BC15-6D5C-4367-8833-73DF57F1695F}" type="presParOf" srcId="{A61391D2-AFE8-4433-AFF8-B80B612F3D3F}" destId="{D4349EC6-0039-44DF-ACA2-5F9C60BB9C21}" srcOrd="9" destOrd="0" presId="urn:microsoft.com/office/officeart/2008/layout/HorizontalMultiLevelHierarchy"/>
    <dgm:cxn modelId="{FEF9BE1B-D914-46FF-A4F0-B9A99A99DDCA}" type="presParOf" srcId="{D4349EC6-0039-44DF-ACA2-5F9C60BB9C21}" destId="{84B78461-7F2D-47CA-AB8E-A82FB982A34F}" srcOrd="0" destOrd="0" presId="urn:microsoft.com/office/officeart/2008/layout/HorizontalMultiLevelHierarchy"/>
    <dgm:cxn modelId="{B9FDB5A8-2C8A-4797-B89C-03C9FDE1163F}" type="presParOf" srcId="{D4349EC6-0039-44DF-ACA2-5F9C60BB9C21}" destId="{8784E1B3-F682-4326-9656-CB5FCDD2A2F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5D33A-6717-499A-8EE5-7E31FD86713C}">
      <dsp:nvSpPr>
        <dsp:cNvPr id="0" name=""/>
        <dsp:cNvSpPr/>
      </dsp:nvSpPr>
      <dsp:spPr>
        <a:xfrm>
          <a:off x="3994720" y="998524"/>
          <a:ext cx="1601834" cy="3047593"/>
        </a:xfrm>
        <a:prstGeom prst="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108585" bIns="2413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>
              <a:solidFill>
                <a:srgbClr val="FF0000"/>
              </a:solidFill>
            </a:rPr>
            <a:t>الاهتمام بالشأن العام</a:t>
          </a:r>
          <a:endParaRPr lang="en-US" sz="1900" kern="1200" dirty="0">
            <a:solidFill>
              <a:srgbClr val="FF0000"/>
            </a:solidFill>
          </a:endParaRPr>
        </a:p>
      </dsp:txBody>
      <dsp:txXfrm rot="16200000">
        <a:off x="3977346" y="2161703"/>
        <a:ext cx="2742834" cy="416476"/>
      </dsp:txXfrm>
    </dsp:sp>
    <dsp:sp modelId="{4A7608B8-4F0E-4B04-B44F-4832454FFA20}">
      <dsp:nvSpPr>
        <dsp:cNvPr id="0" name=""/>
        <dsp:cNvSpPr/>
      </dsp:nvSpPr>
      <dsp:spPr>
        <a:xfrm>
          <a:off x="2249660" y="484428"/>
          <a:ext cx="1601834" cy="3560064"/>
        </a:xfrm>
        <a:prstGeom prst="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108585" bIns="2413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>
              <a:solidFill>
                <a:srgbClr val="FFFF00"/>
              </a:solidFill>
            </a:rPr>
            <a:t>الترشح</a:t>
          </a:r>
          <a:endParaRPr lang="en-US" sz="1900" kern="1200" dirty="0">
            <a:solidFill>
              <a:srgbClr val="FFFF00"/>
            </a:solidFill>
          </a:endParaRPr>
        </a:p>
      </dsp:txBody>
      <dsp:txXfrm rot="16200000">
        <a:off x="2001674" y="1878219"/>
        <a:ext cx="3204057" cy="416476"/>
      </dsp:txXfrm>
    </dsp:sp>
    <dsp:sp modelId="{21AD3311-A0C3-4E5F-9C0E-1113E0E9E353}">
      <dsp:nvSpPr>
        <dsp:cNvPr id="0" name=""/>
        <dsp:cNvSpPr/>
      </dsp:nvSpPr>
      <dsp:spPr>
        <a:xfrm>
          <a:off x="499445" y="0"/>
          <a:ext cx="1601834" cy="404449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108585" bIns="2413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>
              <a:solidFill>
                <a:srgbClr val="FFC000"/>
              </a:solidFill>
            </a:rPr>
            <a:t>الانتخاب</a:t>
          </a:r>
          <a:endParaRPr lang="en-US" sz="1900" kern="1200" dirty="0">
            <a:solidFill>
              <a:srgbClr val="FFC000"/>
            </a:solidFill>
          </a:endParaRPr>
        </a:p>
      </dsp:txBody>
      <dsp:txXfrm rot="16200000">
        <a:off x="33465" y="1611783"/>
        <a:ext cx="3640043" cy="416476"/>
      </dsp:txXfrm>
    </dsp:sp>
    <dsp:sp modelId="{A672D0FB-7246-4F92-8C56-7156B453FB94}">
      <dsp:nvSpPr>
        <dsp:cNvPr id="0" name=""/>
        <dsp:cNvSpPr/>
      </dsp:nvSpPr>
      <dsp:spPr>
        <a:xfrm>
          <a:off x="499445" y="0"/>
          <a:ext cx="1137302" cy="40640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إجراء دستوري يعبر عن السيادة الشعبية</a:t>
          </a:r>
          <a:endParaRPr lang="en-US" sz="1900" kern="1200" dirty="0"/>
        </a:p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وشكل من أشكال الممارسة السياسية </a:t>
          </a:r>
          <a:endParaRPr lang="en-US" sz="1900" kern="1200" dirty="0"/>
        </a:p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يعبر عن السيادة الشعبية</a:t>
          </a:r>
          <a:endParaRPr lang="en-US" sz="1900" kern="1200" dirty="0"/>
        </a:p>
      </dsp:txBody>
      <dsp:txXfrm>
        <a:off x="499445" y="0"/>
        <a:ext cx="1137302" cy="4064000"/>
      </dsp:txXfrm>
    </dsp:sp>
    <dsp:sp modelId="{E730FF97-13D3-4546-B4C3-A677A02BCEB8}">
      <dsp:nvSpPr>
        <dsp:cNvPr id="0" name=""/>
        <dsp:cNvSpPr/>
      </dsp:nvSpPr>
      <dsp:spPr>
        <a:xfrm>
          <a:off x="2249660" y="484428"/>
          <a:ext cx="1137302" cy="35795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شكل من أشكال الممارسة السياسية </a:t>
          </a:r>
          <a:endParaRPr lang="en-US" sz="1900" kern="1200" dirty="0"/>
        </a:p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يتمثل في تقلد المناصب والمسؤوليات وفق القانون  </a:t>
          </a:r>
          <a:endParaRPr lang="en-US" sz="1900" kern="1200" dirty="0"/>
        </a:p>
      </dsp:txBody>
      <dsp:txXfrm>
        <a:off x="2249660" y="484428"/>
        <a:ext cx="1137302" cy="3579571"/>
      </dsp:txXfrm>
    </dsp:sp>
    <dsp:sp modelId="{C46E5A81-45A5-4B80-9BA9-28F30622716F}">
      <dsp:nvSpPr>
        <dsp:cNvPr id="0" name=""/>
        <dsp:cNvSpPr/>
      </dsp:nvSpPr>
      <dsp:spPr>
        <a:xfrm>
          <a:off x="3994720" y="998524"/>
          <a:ext cx="1137302" cy="306547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المشاركة الإيجابية في الجمعيات السياسية والمدنية ...</a:t>
          </a:r>
          <a:endParaRPr lang="en-US" sz="1900" kern="1200" dirty="0"/>
        </a:p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900" kern="1200" dirty="0"/>
            <a:t>التعبير عن الرأي بالوسائل الديمقراطية والسلمية</a:t>
          </a:r>
          <a:endParaRPr lang="en-US" sz="1900" kern="1200" dirty="0"/>
        </a:p>
      </dsp:txBody>
      <dsp:txXfrm>
        <a:off x="3994720" y="998524"/>
        <a:ext cx="1137302" cy="30654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7BE33-D2F0-41E0-B7C8-F4DEF66CB909}">
      <dsp:nvSpPr>
        <dsp:cNvPr id="0" name=""/>
        <dsp:cNvSpPr/>
      </dsp:nvSpPr>
      <dsp:spPr>
        <a:xfrm>
          <a:off x="2481624" y="2052228"/>
          <a:ext cx="509581" cy="17371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4790" y="0"/>
              </a:lnTo>
              <a:lnTo>
                <a:pt x="254790" y="1737193"/>
              </a:lnTo>
              <a:lnTo>
                <a:pt x="509581" y="173719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1155" y="2875565"/>
        <a:ext cx="90519" cy="90519"/>
      </dsp:txXfrm>
    </dsp:sp>
    <dsp:sp modelId="{7E676FB8-CFAE-4EAE-9ACA-44D18F2D2005}">
      <dsp:nvSpPr>
        <dsp:cNvPr id="0" name=""/>
        <dsp:cNvSpPr/>
      </dsp:nvSpPr>
      <dsp:spPr>
        <a:xfrm>
          <a:off x="2481624" y="2052228"/>
          <a:ext cx="509581" cy="913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4790" y="0"/>
              </a:lnTo>
              <a:lnTo>
                <a:pt x="254790" y="913855"/>
              </a:lnTo>
              <a:lnTo>
                <a:pt x="509581" y="9138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0257" y="2482997"/>
        <a:ext cx="52316" cy="52316"/>
      </dsp:txXfrm>
    </dsp:sp>
    <dsp:sp modelId="{9804033D-DFFF-4354-9758-6D61A1D573DB}">
      <dsp:nvSpPr>
        <dsp:cNvPr id="0" name=""/>
        <dsp:cNvSpPr/>
      </dsp:nvSpPr>
      <dsp:spPr>
        <a:xfrm>
          <a:off x="2481624" y="2006507"/>
          <a:ext cx="5095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4790" y="45720"/>
              </a:lnTo>
              <a:lnTo>
                <a:pt x="254790" y="113414"/>
              </a:lnTo>
              <a:lnTo>
                <a:pt x="509581" y="11341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23563" y="2039376"/>
        <a:ext cx="25702" cy="25702"/>
      </dsp:txXfrm>
    </dsp:sp>
    <dsp:sp modelId="{C4A659ED-2AD5-4644-A8E4-2453F42D10BD}">
      <dsp:nvSpPr>
        <dsp:cNvPr id="0" name=""/>
        <dsp:cNvSpPr/>
      </dsp:nvSpPr>
      <dsp:spPr>
        <a:xfrm>
          <a:off x="2481624" y="1243318"/>
          <a:ext cx="509581" cy="808909"/>
        </a:xfrm>
        <a:custGeom>
          <a:avLst/>
          <a:gdLst/>
          <a:ahLst/>
          <a:cxnLst/>
          <a:rect l="0" t="0" r="0" b="0"/>
          <a:pathLst>
            <a:path>
              <a:moveTo>
                <a:pt x="0" y="808909"/>
              </a:moveTo>
              <a:lnTo>
                <a:pt x="254790" y="808909"/>
              </a:lnTo>
              <a:lnTo>
                <a:pt x="254790" y="0"/>
              </a:lnTo>
              <a:lnTo>
                <a:pt x="5095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2514" y="1623872"/>
        <a:ext cx="47801" cy="47801"/>
      </dsp:txXfrm>
    </dsp:sp>
    <dsp:sp modelId="{A2CE9E48-89EF-4FCC-A58A-4D5D8743FF33}">
      <dsp:nvSpPr>
        <dsp:cNvPr id="0" name=""/>
        <dsp:cNvSpPr/>
      </dsp:nvSpPr>
      <dsp:spPr>
        <a:xfrm>
          <a:off x="2481624" y="352285"/>
          <a:ext cx="509581" cy="1699942"/>
        </a:xfrm>
        <a:custGeom>
          <a:avLst/>
          <a:gdLst/>
          <a:ahLst/>
          <a:cxnLst/>
          <a:rect l="0" t="0" r="0" b="0"/>
          <a:pathLst>
            <a:path>
              <a:moveTo>
                <a:pt x="0" y="1699942"/>
              </a:moveTo>
              <a:lnTo>
                <a:pt x="254790" y="1699942"/>
              </a:lnTo>
              <a:lnTo>
                <a:pt x="254790" y="0"/>
              </a:lnTo>
              <a:lnTo>
                <a:pt x="50958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92048" y="1157890"/>
        <a:ext cx="88733" cy="88733"/>
      </dsp:txXfrm>
    </dsp:sp>
    <dsp:sp modelId="{7F00C566-9789-4599-BA79-C43BBEB1DC21}">
      <dsp:nvSpPr>
        <dsp:cNvPr id="0" name=""/>
        <dsp:cNvSpPr/>
      </dsp:nvSpPr>
      <dsp:spPr>
        <a:xfrm rot="16200000">
          <a:off x="49013" y="1663827"/>
          <a:ext cx="4088422" cy="776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3600" kern="1200" dirty="0"/>
            <a:t>مقتضيات المسؤولية</a:t>
          </a:r>
          <a:endParaRPr lang="en-US" sz="3600" kern="1200" dirty="0"/>
        </a:p>
      </dsp:txBody>
      <dsp:txXfrm>
        <a:off x="49013" y="1663827"/>
        <a:ext cx="4088422" cy="776800"/>
      </dsp:txXfrm>
    </dsp:sp>
    <dsp:sp modelId="{FCA66D4E-FB86-4FDB-B816-6073DF5484B2}">
      <dsp:nvSpPr>
        <dsp:cNvPr id="0" name=""/>
        <dsp:cNvSpPr/>
      </dsp:nvSpPr>
      <dsp:spPr>
        <a:xfrm>
          <a:off x="2991205" y="465"/>
          <a:ext cx="3368865" cy="7036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300" kern="1200" dirty="0"/>
            <a:t>اضطلاع المواطن بمسؤولياته الأخلاقية والمدنية والقانونية</a:t>
          </a:r>
          <a:endParaRPr lang="en-US" sz="1300" kern="1200" dirty="0"/>
        </a:p>
      </dsp:txBody>
      <dsp:txXfrm>
        <a:off x="2991205" y="465"/>
        <a:ext cx="3368865" cy="703641"/>
      </dsp:txXfrm>
    </dsp:sp>
    <dsp:sp modelId="{789CEEAE-62A6-4FE5-9A5D-06BF49CA563F}">
      <dsp:nvSpPr>
        <dsp:cNvPr id="0" name=""/>
        <dsp:cNvSpPr/>
      </dsp:nvSpPr>
      <dsp:spPr>
        <a:xfrm>
          <a:off x="2991205" y="898306"/>
          <a:ext cx="3351539" cy="69002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300" kern="1200" dirty="0"/>
            <a:t>الإلتزام بها يؤدي إلى النجاح والتقدم والنهضة.</a:t>
          </a:r>
          <a:endParaRPr lang="en-US" sz="1300" kern="1200" dirty="0"/>
        </a:p>
      </dsp:txBody>
      <dsp:txXfrm>
        <a:off x="2991205" y="898306"/>
        <a:ext cx="3351539" cy="690023"/>
      </dsp:txXfrm>
    </dsp:sp>
    <dsp:sp modelId="{1B83428E-E4F1-40E5-927F-33EEB19EFC28}">
      <dsp:nvSpPr>
        <dsp:cNvPr id="0" name=""/>
        <dsp:cNvSpPr/>
      </dsp:nvSpPr>
      <dsp:spPr>
        <a:xfrm>
          <a:off x="2991205" y="1782530"/>
          <a:ext cx="3325449" cy="67478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300" kern="1200" dirty="0"/>
            <a:t>تقدم الأمم لا يتحقق بما تملكة من موارد وثروات بل بما تملكة من قيم وأخلاق </a:t>
          </a:r>
          <a:endParaRPr lang="en-US" sz="1300" kern="1200" dirty="0"/>
        </a:p>
      </dsp:txBody>
      <dsp:txXfrm>
        <a:off x="2991205" y="1782530"/>
        <a:ext cx="3325449" cy="674783"/>
      </dsp:txXfrm>
    </dsp:sp>
    <dsp:sp modelId="{1942788A-6360-4692-B815-C78ECDAA2560}">
      <dsp:nvSpPr>
        <dsp:cNvPr id="0" name=""/>
        <dsp:cNvSpPr/>
      </dsp:nvSpPr>
      <dsp:spPr>
        <a:xfrm>
          <a:off x="2991205" y="2651513"/>
          <a:ext cx="3325449" cy="6291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300" kern="1200" dirty="0"/>
            <a:t>نهضة الوطن يشترك فيها الجميع على اختلاف الأدواروالوظائف </a:t>
          </a:r>
          <a:endParaRPr lang="en-US" sz="1300" kern="1200" dirty="0"/>
        </a:p>
      </dsp:txBody>
      <dsp:txXfrm>
        <a:off x="2991205" y="2651513"/>
        <a:ext cx="3325449" cy="629138"/>
      </dsp:txXfrm>
    </dsp:sp>
    <dsp:sp modelId="{84B78461-7F2D-47CA-AB8E-A82FB982A34F}">
      <dsp:nvSpPr>
        <dsp:cNvPr id="0" name=""/>
        <dsp:cNvSpPr/>
      </dsp:nvSpPr>
      <dsp:spPr>
        <a:xfrm>
          <a:off x="2991205" y="3474852"/>
          <a:ext cx="3325449" cy="6291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BH" sz="1300" kern="1200" dirty="0"/>
            <a:t>ينجم عن غياب ثقافة المسؤولية انتشار ثقافة اللامبالاة والأنانية والاستهتار مما يترتب عليه التقاعس عن أداء الواجبات وضياع الحقوق</a:t>
          </a:r>
          <a:endParaRPr lang="en-US" sz="1300" kern="1200" dirty="0"/>
        </a:p>
      </dsp:txBody>
      <dsp:txXfrm>
        <a:off x="2991205" y="3474852"/>
        <a:ext cx="3325449" cy="62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7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0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0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08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5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1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6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7381" y="1508787"/>
            <a:ext cx="11329259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41173" y="2411015"/>
            <a:ext cx="11329259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85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7381" y="1508787"/>
            <a:ext cx="11329259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41173" y="2411015"/>
            <a:ext cx="11329259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9291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7381" y="1508787"/>
            <a:ext cx="11329259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41173" y="2411015"/>
            <a:ext cx="11329259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0017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7381" y="1508787"/>
            <a:ext cx="11329259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41173" y="2411015"/>
            <a:ext cx="11329259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756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503FE-B5CF-4BDE-975D-5EF3106C1D06}" type="datetimeFigureOut">
              <a:rPr lang="en-US" smtClean="0"/>
              <a:t>3/22/22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DCC99-0F29-49D3-83A9-5274979B4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8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BH" dirty="0"/>
              <a:t>أولاً البعد القانوني والسياسي للمواطنة في مملكة البحرين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88" y="1179288"/>
            <a:ext cx="11329259" cy="614197"/>
          </a:xfrm>
        </p:spPr>
        <p:txBody>
          <a:bodyPr/>
          <a:lstStyle/>
          <a:p>
            <a:pPr algn="r"/>
            <a:r>
              <a:rPr lang="ar-BH" sz="3733" dirty="0">
                <a:solidFill>
                  <a:srgbClr val="FF0000"/>
                </a:solidFill>
              </a:rPr>
              <a:t>2- المشاركة في إدارة الشأن العام</a:t>
            </a:r>
            <a:endParaRPr lang="en-US" sz="3733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719403" y="2411015"/>
            <a:ext cx="11151029" cy="3994316"/>
          </a:xfrm>
        </p:spPr>
        <p:txBody>
          <a:bodyPr/>
          <a:lstStyle/>
          <a:p>
            <a:pPr algn="r" rtl="1"/>
            <a:r>
              <a:rPr lang="ar-BH" sz="3733" dirty="0">
                <a:solidFill>
                  <a:srgbClr val="7030A0"/>
                </a:solidFill>
              </a:rPr>
              <a:t>1</a:t>
            </a:r>
            <a:r>
              <a:rPr lang="ar-BH" sz="3733" b="1" dirty="0">
                <a:solidFill>
                  <a:srgbClr val="7030A0"/>
                </a:solidFill>
              </a:rPr>
              <a:t>- البعد السياسي للمواطنة: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تتمثل المواطنة في بعدها السياسي من خلال المشاركة الفعلية في إدارة الشأن العام ، وتدبير الشؤون العامة للبلاد.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المشاركة في الشأن العام حقاً دستورياً وقانونياً 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المشاركة في الشأن العام إحدى آليات الديمقراطية.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التنمية الحقيقية المجتمعية لا تتم إلا عبر المشاركة الفعلية في تدبير الشأن العام.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119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BH" dirty="0"/>
              <a:t>أولاً البعد القانوني والسياسي للمواطنة في مملكة البحرين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88" y="1179288"/>
            <a:ext cx="11329259" cy="614197"/>
          </a:xfrm>
        </p:spPr>
        <p:txBody>
          <a:bodyPr/>
          <a:lstStyle/>
          <a:p>
            <a:pPr algn="r"/>
            <a:r>
              <a:rPr lang="ar-BH" sz="3733" dirty="0">
                <a:solidFill>
                  <a:srgbClr val="FF0000"/>
                </a:solidFill>
              </a:rPr>
              <a:t>2- المشاركة في إدارة الشأن العام</a:t>
            </a:r>
            <a:endParaRPr lang="en-US" sz="3733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815414" y="1993600"/>
            <a:ext cx="11151029" cy="4027689"/>
          </a:xfrm>
        </p:spPr>
        <p:txBody>
          <a:bodyPr/>
          <a:lstStyle/>
          <a:p>
            <a:pPr algn="r" rtl="1"/>
            <a:endParaRPr lang="ar-BH" sz="3733" b="1" dirty="0">
              <a:solidFill>
                <a:srgbClr val="7030A0"/>
              </a:solidFill>
            </a:endParaRPr>
          </a:p>
          <a:p>
            <a:pPr marL="380990" indent="-380990" algn="r" rt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-159701" y="129810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5545088" y="1896552"/>
            <a:ext cx="6333459" cy="61419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BH" sz="3733" dirty="0">
                <a:solidFill>
                  <a:schemeClr val="tx1"/>
                </a:solidFill>
              </a:rPr>
              <a:t>2- صورالمشاركة في إدارة الشأن العام</a:t>
            </a:r>
            <a:endParaRPr lang="en-US" sz="373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807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BH" dirty="0"/>
              <a:t>ثانياً: البعد الحقوقي للمواطنة في مملكة البحرين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88" y="1179288"/>
            <a:ext cx="11329259" cy="614197"/>
          </a:xfrm>
        </p:spPr>
        <p:txBody>
          <a:bodyPr/>
          <a:lstStyle/>
          <a:p>
            <a:pPr algn="r"/>
            <a:r>
              <a:rPr lang="ar-BH" sz="3733" dirty="0">
                <a:solidFill>
                  <a:srgbClr val="FF0000"/>
                </a:solidFill>
              </a:rPr>
              <a:t>1- تلازم الحق والواجب</a:t>
            </a:r>
            <a:endParaRPr lang="en-US" sz="3733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199456" y="1988841"/>
            <a:ext cx="10478955" cy="3994316"/>
          </a:xfrm>
        </p:spPr>
        <p:txBody>
          <a:bodyPr/>
          <a:lstStyle/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التوازن بين الحقوق والواجبات هو نقطة الإرتكاز في مختلف العلاقات القائمة بين </a:t>
            </a:r>
            <a:r>
              <a:rPr lang="ar-BH" sz="2400" dirty="0">
                <a:solidFill>
                  <a:srgbClr val="FF0000"/>
                </a:solidFill>
              </a:rPr>
              <a:t>المواطن</a:t>
            </a:r>
            <a:r>
              <a:rPr lang="ar-BH" sz="2400" dirty="0"/>
              <a:t> من جهة </a:t>
            </a:r>
            <a:r>
              <a:rPr lang="ar-BH" sz="2400" dirty="0">
                <a:solidFill>
                  <a:srgbClr val="008000"/>
                </a:solidFill>
              </a:rPr>
              <a:t>والمجتمع والدولة</a:t>
            </a:r>
            <a:r>
              <a:rPr lang="ar-BH" sz="2400" dirty="0"/>
              <a:t> من جهة ثانية.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العلاقة بين الإنسان ومع من حولة علاقة تفاعل مما يعني وجود التزام متبادل.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انتماء الفرد إلى مجموعة يفترض تمتعة بالحقوق المقررة له ، كما يقتضي التزامه بواجباته التي عليه.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الحقوق يقابلها واجبات مثل حقوق التعليم والعمل والعلاج لفرد يقابلها واجبات الإخلاص ، التضحية ، الاحترام ، النزاهة.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r>
              <a:rPr lang="ar-BH" sz="2400" dirty="0"/>
              <a:t>معادلة الحقوق والواجبات تقتضي التوازن بين الطرفين ، فلا إهمال في واجب يؤدي إلى ضياع الحقوق ، ولا تخل عن حق ينجم عنه تقصير في غداء الواجب. </a:t>
            </a:r>
          </a:p>
          <a:p>
            <a:pPr marL="380990" indent="-380990" algn="r" rt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681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3107"/>
          </a:xfrm>
        </p:spPr>
        <p:txBody>
          <a:bodyPr/>
          <a:lstStyle/>
          <a:p>
            <a:pPr algn="ctr"/>
            <a:r>
              <a:rPr lang="ar-BH" sz="3733" dirty="0"/>
              <a:t>ثانياً: البعد الحقوقي للمواطنة في مملكة البحرين</a:t>
            </a:r>
            <a:endParaRPr lang="en-US" sz="3733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92" y="676008"/>
            <a:ext cx="11329259" cy="614197"/>
          </a:xfrm>
        </p:spPr>
        <p:txBody>
          <a:bodyPr/>
          <a:lstStyle/>
          <a:p>
            <a:pPr algn="r"/>
            <a:r>
              <a:rPr lang="ar-BH" sz="3733" dirty="0">
                <a:solidFill>
                  <a:srgbClr val="FF0000"/>
                </a:solidFill>
              </a:rPr>
              <a:t>2- المشاركة في تحمل المسؤولية.</a:t>
            </a:r>
            <a:endParaRPr lang="en-US" sz="3733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0"/>
          </p:nvPr>
        </p:nvGraphicFramePr>
        <p:xfrm>
          <a:off x="143339" y="1316765"/>
          <a:ext cx="10753195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253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مستند" ma:contentTypeID="0x010100EDB7540F006FBA4F812F8898FE3CA1B4" ma:contentTypeVersion="0" ma:contentTypeDescription="إنشاء مستند جديد." ma:contentTypeScope="" ma:versionID="1f10df999df23f191c342027bd6c47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4fd26528fd4314840bb1c46e69da18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نوع المحتوى"/>
        <xsd:element ref="dc:title" minOccurs="0" maxOccurs="1" ma:index="4" ma:displayName="العنوان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C2C2E8-18EC-4DC2-A036-C379D32135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9012B1-B949-43FB-BA36-41D5268A9E4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BF5F33-9357-4BDA-B535-28D942D55D49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أولاً البعد القانوني والسياسي للمواطنة في مملكة البحرين</vt:lpstr>
      <vt:lpstr>أولاً البعد القانوني والسياسي للمواطنة في مملكة البحرين</vt:lpstr>
      <vt:lpstr>ثانياً: البعد الحقوقي للمواطنة في مملكة البحرين</vt:lpstr>
      <vt:lpstr>ثانياً: البعد الحقوقي للمواطنة في مملكة البحرين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أولاً البعد القانوني والسياسي للمواطنة في مملكة البحرين</dc:title>
  <dc:creator>Ahmed</dc:creator>
  <cp:lastModifiedBy>NV20148 - Sayed Jaafar Husain</cp:lastModifiedBy>
  <cp:revision>2</cp:revision>
  <dcterms:created xsi:type="dcterms:W3CDTF">2020-11-22T05:08:33Z</dcterms:created>
  <dcterms:modified xsi:type="dcterms:W3CDTF">2022-03-22T14:00:05Z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0x010100EDB7540F006FBA4F812F8898FE3CA1B4</vt:lpwstr>
  </property>
</Properties>
</file>